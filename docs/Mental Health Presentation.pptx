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Poppins"/>
      <p:regular r:id="rId26"/>
      <p:bold r:id="rId27"/>
      <p:italic r:id="rId28"/>
      <p:boldItalic r:id="rId29"/>
    </p:embeddedFont>
    <p:embeddedFont>
      <p:font typeface="PT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1BC08F-98AE-4927-8B76-9A9CDD7F654B}">
  <a:tblStyle styleId="{B81BC08F-98AE-4927-8B76-9A9CDD7F654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regular.fntdata"/><Relationship Id="rId25" Type="http://schemas.openxmlformats.org/officeDocument/2006/relationships/slide" Target="slides/slide20.xml"/><Relationship Id="rId28" Type="http://schemas.openxmlformats.org/officeDocument/2006/relationships/font" Target="fonts/Poppins-italic.fntdata"/><Relationship Id="rId27" Type="http://schemas.openxmlformats.org/officeDocument/2006/relationships/font" Target="fonts/Poppi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TSans-bold.fntdata"/><Relationship Id="rId30" Type="http://schemas.openxmlformats.org/officeDocument/2006/relationships/font" Target="fonts/PTSans-regular.fntdata"/><Relationship Id="rId11" Type="http://schemas.openxmlformats.org/officeDocument/2006/relationships/slide" Target="slides/slide6.xml"/><Relationship Id="rId33" Type="http://schemas.openxmlformats.org/officeDocument/2006/relationships/font" Target="fonts/PTSans-boldItalic.fntdata"/><Relationship Id="rId10" Type="http://schemas.openxmlformats.org/officeDocument/2006/relationships/slide" Target="slides/slide5.xml"/><Relationship Id="rId32" Type="http://schemas.openxmlformats.org/officeDocument/2006/relationships/font" Target="fonts/PTSans-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Jade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9ae487de7c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9ae487de7c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Jade- Our data is a combined dataset with </a:t>
            </a:r>
            <a:r>
              <a:rPr lang="en"/>
              <a:t>sociodemographic</a:t>
            </a:r>
            <a:r>
              <a:rPr lang="en"/>
              <a:t> and health data. The sociodemographic data coming from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2deec0378_0_3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a2deec0378_0_3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Jade- Gives a general overview of the census tracts included within our dataset nationwide.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ae487de7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9ae487de7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The reason we chose this problem is because..</a:t>
            </a:r>
            <a:endParaRPr/>
          </a:p>
          <a:p>
            <a:pPr indent="0" lvl="0" marL="0" rtl="0" algn="l">
              <a:spcBef>
                <a:spcPts val="0"/>
              </a:spcBef>
              <a:spcAft>
                <a:spcPts val="0"/>
              </a:spcAft>
              <a:buNone/>
            </a:pPr>
            <a:r>
              <a:rPr lang="en"/>
              <a:t>Poor mental health affects workforce productivity, healthcare burden, and overall quality of life. </a:t>
            </a:r>
            <a:r>
              <a:rPr lang="en"/>
              <a:t>Underst</a:t>
            </a:r>
            <a:r>
              <a:rPr lang="en">
                <a:solidFill>
                  <a:schemeClr val="dk1"/>
                </a:solidFill>
              </a:rPr>
              <a:t>anding </a:t>
            </a:r>
            <a:r>
              <a:rPr b="1" lang="en">
                <a:solidFill>
                  <a:schemeClr val="dk1"/>
                </a:solidFill>
              </a:rPr>
              <a:t>which sociodemographic factors are associated with higher mental-health burden</a:t>
            </a:r>
            <a:r>
              <a:rPr lang="en">
                <a:solidFill>
                  <a:schemeClr val="dk1"/>
                </a:solidFill>
              </a:rPr>
              <a:t> is essential for researchers and maybe policymakers.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But essentially THIS IS NOT A POLICY PROBLEM it is inference → I want to emphasize that our </a:t>
            </a:r>
            <a:r>
              <a:rPr lang="en">
                <a:solidFill>
                  <a:schemeClr val="dk1"/>
                </a:solidFill>
              </a:rPr>
              <a:t>approach is </a:t>
            </a:r>
            <a:r>
              <a:rPr lang="en">
                <a:solidFill>
                  <a:schemeClr val="dk1"/>
                </a:solidFill>
              </a:rPr>
              <a:t>towards inferencing</a:t>
            </a:r>
            <a:r>
              <a:rPr lang="en">
                <a:solidFill>
                  <a:schemeClr val="dk1"/>
                </a:solidFill>
              </a:rPr>
              <a:t> to support understanding patterns, and not decision making. Policy makers read inference results to design interventions, but the model itself is not  prioritizing or ranking tracts.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a47386ea0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a47386ea0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Swati</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sz="1700">
                <a:solidFill>
                  <a:schemeClr val="dk1"/>
                </a:solidFill>
              </a:rPr>
              <a:t>To predict our outcome variable of mental health percentage in individual tracts, we used socioeconomic and demographic features like income, unemployment, education, and race. </a:t>
            </a:r>
            <a:endParaRPr sz="1700">
              <a:solidFill>
                <a:schemeClr val="dk1"/>
              </a:solidFill>
            </a:endParaRPr>
          </a:p>
          <a:p>
            <a:pPr indent="0" lvl="0" marL="0" rtl="0" algn="l">
              <a:spcBef>
                <a:spcPts val="0"/>
              </a:spcBef>
              <a:spcAft>
                <a:spcPts val="0"/>
              </a:spcAft>
              <a:buClr>
                <a:schemeClr val="dk1"/>
              </a:buClr>
              <a:buSzPts val="1100"/>
              <a:buFont typeface="Arial"/>
              <a:buNone/>
            </a:pPr>
            <a:r>
              <a:t/>
            </a:r>
            <a:endParaRPr sz="1700">
              <a:solidFill>
                <a:schemeClr val="dk1"/>
              </a:solidFill>
            </a:endParaRPr>
          </a:p>
          <a:p>
            <a:pPr indent="0" lvl="0" marL="0" rtl="0" algn="l">
              <a:spcBef>
                <a:spcPts val="0"/>
              </a:spcBef>
              <a:spcAft>
                <a:spcPts val="0"/>
              </a:spcAft>
              <a:buClr>
                <a:schemeClr val="dk1"/>
              </a:buClr>
              <a:buSzPts val="1100"/>
              <a:buFont typeface="Arial"/>
              <a:buNone/>
            </a:pPr>
            <a:r>
              <a:rPr lang="en" sz="1700">
                <a:solidFill>
                  <a:schemeClr val="dk1"/>
                </a:solidFill>
              </a:rPr>
              <a:t>We chose to shift from other health factors to these demographic variables in order to create a more generalizable model. </a:t>
            </a:r>
            <a:endParaRPr sz="1700">
              <a:solidFill>
                <a:schemeClr val="dk1"/>
              </a:solidFill>
            </a:endParaRPr>
          </a:p>
          <a:p>
            <a:pPr indent="0" lvl="0" marL="0" rtl="0" algn="l">
              <a:spcBef>
                <a:spcPts val="0"/>
              </a:spcBef>
              <a:spcAft>
                <a:spcPts val="0"/>
              </a:spcAft>
              <a:buClr>
                <a:schemeClr val="dk1"/>
              </a:buClr>
              <a:buSzPts val="1100"/>
              <a:buFont typeface="Arial"/>
              <a:buNone/>
            </a:pPr>
            <a:r>
              <a:t/>
            </a:r>
            <a:endParaRPr sz="1700">
              <a:solidFill>
                <a:schemeClr val="dk1"/>
              </a:solidFill>
            </a:endParaRPr>
          </a:p>
          <a:p>
            <a:pPr indent="0" lvl="0" marL="0" rtl="0" algn="l">
              <a:spcBef>
                <a:spcPts val="0"/>
              </a:spcBef>
              <a:spcAft>
                <a:spcPts val="0"/>
              </a:spcAft>
              <a:buClr>
                <a:schemeClr val="dk1"/>
              </a:buClr>
              <a:buSzPts val="1100"/>
              <a:buFont typeface="Arial"/>
              <a:buNone/>
            </a:pPr>
            <a:r>
              <a:rPr lang="en" sz="1700">
                <a:solidFill>
                  <a:schemeClr val="dk1"/>
                </a:solidFill>
              </a:rPr>
              <a:t>We also wanted to better prevent data leakage, as health variables are more inclined to be variables collected at time of prediction, and reverse causality. </a:t>
            </a:r>
            <a:endParaRPr sz="1700">
              <a:solidFill>
                <a:schemeClr val="dk1"/>
              </a:solidFill>
            </a:endParaRPr>
          </a:p>
          <a:p>
            <a:pPr indent="0" lvl="0" marL="0" rtl="0" algn="l">
              <a:spcBef>
                <a:spcPts val="0"/>
              </a:spcBef>
              <a:spcAft>
                <a:spcPts val="0"/>
              </a:spcAft>
              <a:buClr>
                <a:schemeClr val="dk1"/>
              </a:buClr>
              <a:buSzPts val="1100"/>
              <a:buFont typeface="Arial"/>
              <a:buNone/>
            </a:pPr>
            <a:r>
              <a:t/>
            </a:r>
            <a:endParaRPr sz="1700">
              <a:solidFill>
                <a:schemeClr val="dk1"/>
              </a:solidFill>
            </a:endParaRPr>
          </a:p>
          <a:p>
            <a:pPr indent="0" lvl="0" marL="0" rtl="0" algn="l">
              <a:spcBef>
                <a:spcPts val="0"/>
              </a:spcBef>
              <a:spcAft>
                <a:spcPts val="0"/>
              </a:spcAft>
              <a:buClr>
                <a:schemeClr val="dk1"/>
              </a:buClr>
              <a:buSzPts val="1100"/>
              <a:buFont typeface="Arial"/>
              <a:buNone/>
            </a:pPr>
            <a:r>
              <a:rPr lang="en" sz="1700">
                <a:solidFill>
                  <a:schemeClr val="dk1"/>
                </a:solidFill>
              </a:rPr>
              <a:t>Lastly, choosing these variables allowed us to reduce collinearity. </a:t>
            </a:r>
            <a:endParaRPr sz="1700">
              <a:solidFill>
                <a:schemeClr val="dk1"/>
              </a:solidFill>
            </a:endParaRPr>
          </a:p>
          <a:p>
            <a:pPr indent="0" lvl="0" marL="0" rtl="0" algn="l">
              <a:spcBef>
                <a:spcPts val="0"/>
              </a:spcBef>
              <a:spcAft>
                <a:spcPts val="0"/>
              </a:spcAft>
              <a:buNone/>
            </a:pPr>
            <a:r>
              <a:rPr lang="en"/>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a597e6e3e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a597e6e3e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Swati</a:t>
            </a:r>
            <a:endParaRPr/>
          </a:p>
          <a:p>
            <a:pPr indent="0" lvl="0" marL="0" rtl="0" algn="l">
              <a:spcBef>
                <a:spcPts val="0"/>
              </a:spcBef>
              <a:spcAft>
                <a:spcPts val="0"/>
              </a:spcAft>
              <a:buClr>
                <a:schemeClr val="dk1"/>
              </a:buClr>
              <a:buSzPts val="1100"/>
              <a:buFont typeface="Arial"/>
              <a:buNone/>
            </a:pPr>
            <a:r>
              <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700">
                <a:solidFill>
                  <a:schemeClr val="dk1"/>
                </a:solidFill>
              </a:rPr>
              <a:t>“We chose regression because mental-health percentages change gradually across communities, and regression preserves that full range instead of forcing everything into categories.</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700">
                <a:solidFill>
                  <a:schemeClr val="dk1"/>
                </a:solidFill>
              </a:rPr>
              <a:t> It gives us more precise insight into how income, education, and other demographic factors influence mental-health levels.</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700">
                <a:solidFill>
                  <a:schemeClr val="dk1"/>
                </a:solidFill>
              </a:rPr>
              <a:t>We did consider classification, but that would require arbitrary cutoffs like ‘high,’ ‘medium,’ and ‘low,’ which would lose a lot of detail in the actual percentages. </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a68a8893b6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a68a8893b6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Swati</a:t>
            </a:r>
            <a:endParaRPr/>
          </a:p>
          <a:p>
            <a:pPr indent="0" lvl="0" marL="0" rtl="0" algn="l">
              <a:lnSpc>
                <a:spcPct val="115000"/>
              </a:lnSpc>
              <a:spcBef>
                <a:spcPts val="1200"/>
              </a:spcBef>
              <a:spcAft>
                <a:spcPts val="0"/>
              </a:spcAft>
              <a:buClr>
                <a:schemeClr val="dk1"/>
              </a:buClr>
              <a:buSzPts val="1100"/>
              <a:buFont typeface="Arial"/>
              <a:buNone/>
            </a:pPr>
            <a:r>
              <a:rPr lang="en" sz="1700">
                <a:solidFill>
                  <a:schemeClr val="dk1"/>
                </a:solidFill>
              </a:rPr>
              <a:t>For our data splitting, we used a spatial approach rather than random splits. </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700">
                <a:solidFill>
                  <a:schemeClr val="dk1"/>
                </a:solidFill>
              </a:rPr>
              <a:t>Nearby census tracts tend to be similar, so splitting by county helps avoid spatial leakage and gives us a more realistic measure of how well the model will generalize to new geographic areas. </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700">
                <a:solidFill>
                  <a:schemeClr val="dk1"/>
                </a:solidFill>
              </a:rPr>
              <a:t>We used a 60/20/20 train-validation-test split by county, and for cross-validation we applied GroupKFold so no county appears in multiple folds.</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700">
                <a:solidFill>
                  <a:schemeClr val="dk1"/>
                </a:solidFill>
              </a:rPr>
              <a:t>We also checked that counties never crossed splits, that the mental-health target distribution looked similar across the sets, and that each split had a reasonable number of tracts. </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400">
              <a:solidFill>
                <a:schemeClr val="dk1"/>
              </a:solidFill>
            </a:endParaRPr>
          </a:p>
          <a:p>
            <a:pPr indent="0" lvl="0" marL="0" rtl="0" algn="l">
              <a:spcBef>
                <a:spcPts val="1200"/>
              </a:spcBef>
              <a:spcAft>
                <a:spcPts val="0"/>
              </a:spcAft>
              <a:buClr>
                <a:schemeClr val="dk1"/>
              </a:buClr>
              <a:buSzPts val="1100"/>
              <a:buFont typeface="Arial"/>
              <a:buNone/>
            </a:pPr>
            <a:r>
              <a:t/>
            </a:r>
            <a:endParaRPr sz="14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a597e6e3e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a597e6e3e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Jana</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 first model we used was </a:t>
            </a:r>
            <a:r>
              <a:rPr b="1" lang="en">
                <a:solidFill>
                  <a:schemeClr val="dk1"/>
                </a:solidFill>
              </a:rPr>
              <a:t>beta regression</a:t>
            </a:r>
            <a:r>
              <a:rPr lang="en">
                <a:solidFill>
                  <a:schemeClr val="dk1"/>
                </a:solidFill>
              </a:rPr>
              <a:t>. We chose this model because our</a:t>
            </a:r>
            <a:r>
              <a:rPr b="1" lang="en">
                <a:solidFill>
                  <a:schemeClr val="dk1"/>
                </a:solidFill>
              </a:rPr>
              <a:t> target variable—the percentage of people in a tract who report poor mental health—is a proportion bounded between 0 and 1</a:t>
            </a:r>
            <a:r>
              <a:rPr lang="en">
                <a:solidFill>
                  <a:schemeClr val="dk1"/>
                </a:solidFill>
              </a:rPr>
              <a:t>. Beta regression is ideal for this type of data since it can handle </a:t>
            </a:r>
            <a:r>
              <a:rPr b="1" lang="en">
                <a:solidFill>
                  <a:schemeClr val="dk1"/>
                </a:solidFill>
              </a:rPr>
              <a:t>heteroskedasticity</a:t>
            </a:r>
            <a:r>
              <a:rPr lang="en">
                <a:solidFill>
                  <a:schemeClr val="dk1"/>
                </a:solidFill>
              </a:rPr>
              <a:t> and </a:t>
            </a:r>
            <a:r>
              <a:rPr b="1" lang="en">
                <a:solidFill>
                  <a:schemeClr val="dk1"/>
                </a:solidFill>
              </a:rPr>
              <a:t>capture asymmetry</a:t>
            </a:r>
            <a:r>
              <a:rPr lang="en">
                <a:solidFill>
                  <a:schemeClr val="dk1"/>
                </a:solidFill>
              </a:rPr>
              <a:t>, unlike linear regression.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Some of its strengths include handling </a:t>
            </a:r>
            <a:r>
              <a:rPr b="1" lang="en">
                <a:solidFill>
                  <a:schemeClr val="dk1"/>
                </a:solidFill>
              </a:rPr>
              <a:t>bounded continuous outcomes</a:t>
            </a:r>
            <a:r>
              <a:rPr lang="en">
                <a:solidFill>
                  <a:schemeClr val="dk1"/>
                </a:solidFill>
              </a:rPr>
              <a:t>, having </a:t>
            </a:r>
            <a:r>
              <a:rPr b="1" lang="en">
                <a:solidFill>
                  <a:schemeClr val="dk1"/>
                </a:solidFill>
              </a:rPr>
              <a:t>interpretable coefficients</a:t>
            </a:r>
            <a:r>
              <a:rPr lang="en">
                <a:solidFill>
                  <a:schemeClr val="dk1"/>
                </a:solidFill>
              </a:rPr>
              <a:t> similar to logistic regression, and being </a:t>
            </a:r>
            <a:r>
              <a:rPr b="1" lang="en">
                <a:solidFill>
                  <a:schemeClr val="dk1"/>
                </a:solidFill>
              </a:rPr>
              <a:t>well suited for health applications</a:t>
            </a:r>
            <a:r>
              <a:rPr lang="en">
                <a:solidFill>
                  <a:schemeClr val="dk1"/>
                </a:solidFill>
              </a:rPr>
              <a:t>, which aligns with the goal of our project.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However, there are also some limitations. Beta regression isn’t as flexible for </a:t>
            </a:r>
            <a:r>
              <a:rPr b="1" lang="en">
                <a:solidFill>
                  <a:schemeClr val="dk1"/>
                </a:solidFill>
              </a:rPr>
              <a:t>nonlinear relationships</a:t>
            </a:r>
            <a:r>
              <a:rPr lang="en">
                <a:solidFill>
                  <a:schemeClr val="dk1"/>
                </a:solidFill>
              </a:rPr>
              <a:t>, and it can be </a:t>
            </a:r>
            <a:r>
              <a:rPr b="1" lang="en">
                <a:solidFill>
                  <a:schemeClr val="dk1"/>
                </a:solidFill>
              </a:rPr>
              <a:t>sensitive to outliers or extreme proportions</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the key assumptions are that the </a:t>
            </a:r>
            <a:r>
              <a:rPr b="1" lang="en">
                <a:solidFill>
                  <a:schemeClr val="dk1"/>
                </a:solidFill>
              </a:rPr>
              <a:t>dependent variable must fall between 0 and 1</a:t>
            </a:r>
            <a:r>
              <a:rPr lang="en">
                <a:solidFill>
                  <a:schemeClr val="dk1"/>
                </a:solidFill>
              </a:rPr>
              <a:t>, and that the </a:t>
            </a:r>
            <a:r>
              <a:rPr b="1" lang="en">
                <a:solidFill>
                  <a:schemeClr val="dk1"/>
                </a:solidFill>
              </a:rPr>
              <a:t>relationship between predictors and the mean outcome</a:t>
            </a:r>
            <a:r>
              <a:rPr lang="en">
                <a:solidFill>
                  <a:schemeClr val="dk1"/>
                </a:solidFill>
              </a:rPr>
              <a:t> is modeled through a </a:t>
            </a:r>
            <a:r>
              <a:rPr b="1" lang="en">
                <a:solidFill>
                  <a:schemeClr val="dk1"/>
                </a:solidFill>
              </a:rPr>
              <a:t>link function</a:t>
            </a:r>
            <a:r>
              <a:rPr lang="en">
                <a:solidFill>
                  <a:schemeClr val="dk1"/>
                </a:solidFill>
              </a:rPr>
              <a: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9d47c7fe17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9d47c7fe17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Jana</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choose the optimal link function (our hyperparameter), we used </a:t>
            </a:r>
            <a:r>
              <a:rPr b="1" lang="en">
                <a:solidFill>
                  <a:schemeClr val="dk1"/>
                </a:solidFill>
              </a:rPr>
              <a:t>5-fold cross-validation</a:t>
            </a:r>
            <a:r>
              <a:rPr lang="en">
                <a:solidFill>
                  <a:schemeClr val="dk1"/>
                </a:solidFill>
              </a:rPr>
              <a:t>, evaluating each function using the </a:t>
            </a:r>
            <a:r>
              <a:rPr b="1" lang="en">
                <a:solidFill>
                  <a:schemeClr val="dk1"/>
                </a:solidFill>
              </a:rPr>
              <a:t>mean MSE and R squared (because directly measures prediction error and penalizes large mistakes) </a:t>
            </a:r>
            <a:r>
              <a:rPr lang="en">
                <a:solidFill>
                  <a:schemeClr val="dk1"/>
                </a:solidFill>
              </a:rPr>
              <a:t>. From the table, you can see that all of them performed similarly, with probit </a:t>
            </a:r>
            <a:r>
              <a:rPr lang="en">
                <a:solidFill>
                  <a:schemeClr val="dk1"/>
                </a:solidFill>
              </a:rPr>
              <a:t>having</a:t>
            </a:r>
            <a:r>
              <a:rPr lang="en">
                <a:solidFill>
                  <a:schemeClr val="dk1"/>
                </a:solidFill>
              </a:rPr>
              <a:t> the lowest MSE and highest R squared we decided to chose that one.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loss function</a:t>
            </a:r>
            <a:r>
              <a:rPr lang="en">
                <a:solidFill>
                  <a:schemeClr val="dk1"/>
                </a:solidFill>
              </a:rPr>
              <a:t> for beta regression is the </a:t>
            </a:r>
            <a:r>
              <a:rPr b="1" lang="en">
                <a:solidFill>
                  <a:schemeClr val="dk1"/>
                </a:solidFill>
              </a:rPr>
              <a:t>negative log-likelihood</a:t>
            </a:r>
            <a:r>
              <a:rPr lang="en">
                <a:solidFill>
                  <a:schemeClr val="dk1"/>
                </a:solidFill>
              </a:rPr>
              <a:t>, which measures how well the model’s predicted distribution matches the observed proportions. It’s designed to handle </a:t>
            </a:r>
            <a:r>
              <a:rPr b="1" lang="en">
                <a:solidFill>
                  <a:schemeClr val="dk1"/>
                </a:solidFill>
              </a:rPr>
              <a:t>heteroskedasticity</a:t>
            </a:r>
            <a:r>
              <a:rPr lang="en">
                <a:solidFill>
                  <a:schemeClr val="dk1"/>
                </a:solidFill>
              </a:rPr>
              <a:t> and is appropriate for data that are </a:t>
            </a:r>
            <a:r>
              <a:rPr b="1" lang="en">
                <a:solidFill>
                  <a:schemeClr val="dk1"/>
                </a:solidFill>
              </a:rPr>
              <a:t>bounded between 0 and 1</a:t>
            </a:r>
            <a:r>
              <a:rPr lang="en">
                <a:solidFill>
                  <a:schemeClr val="dk1"/>
                </a:solidFill>
              </a:rPr>
              <a: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a597e6e3ef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a597e6e3ef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Ridisha</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“Random Forest is a great fit for our problem because mental-health outcomes depend on complex, nonlinear socioeconomic patterns. RF automatically captures interactions between income, education, and race without us having to specify them. It also handles skewed variables like income very well.”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Strengths:</a:t>
            </a:r>
            <a:br>
              <a:rPr b="1" lang="en">
                <a:solidFill>
                  <a:schemeClr val="dk1"/>
                </a:solidFill>
              </a:rPr>
            </a:br>
            <a:r>
              <a:rPr lang="en">
                <a:solidFill>
                  <a:schemeClr val="dk1"/>
                </a:solidFill>
              </a:rPr>
              <a:t> “It works well out-of-the-box — no need for normalization — and it naturally models nonlinearities. It also gives us feature importance, which helps explain which sociodemogrqohic  factors matter most.”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Assumptions:</a:t>
            </a:r>
            <a:br>
              <a:rPr b="1" lang="en">
                <a:solidFill>
                  <a:schemeClr val="dk1"/>
                </a:solidFill>
              </a:rPr>
            </a:br>
            <a:r>
              <a:rPr lang="en">
                <a:solidFill>
                  <a:schemeClr val="dk1"/>
                </a:solidFill>
              </a:rPr>
              <a:t> “Random Forest makes very few statistical assumptions. The key requirements are simply that our training data is representative of the counties we want to predict, and that the predictors actually have a true relationship with the target variable."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rPr>
              <a:t>Limitations:</a:t>
            </a:r>
            <a:br>
              <a:rPr b="1" lang="en">
                <a:solidFill>
                  <a:schemeClr val="dk1"/>
                </a:solidFill>
              </a:rPr>
            </a:br>
            <a:r>
              <a:rPr lang="en">
                <a:solidFill>
                  <a:schemeClr val="dk1"/>
                </a:solidFill>
              </a:rPr>
              <a:t> “The main drawback is the risk of overfitting if we don’t tune hyperparameters. Its importance measures can also be biased, and the model is less interpretable than Beta Regression, and more computationally expensive”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9ae487de7c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9ae487de7c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Ridisha</a:t>
            </a:r>
            <a:endParaRPr/>
          </a:p>
          <a:p>
            <a:pPr indent="0" lvl="0" marL="0" rtl="0" algn="l">
              <a:spcBef>
                <a:spcPts val="0"/>
              </a:spcBef>
              <a:spcAft>
                <a:spcPts val="0"/>
              </a:spcAft>
              <a:buNone/>
            </a:pPr>
            <a:r>
              <a:rPr lang="en"/>
              <a:t>I say loss </a:t>
            </a:r>
            <a:r>
              <a:rPr lang="en"/>
              <a:t>functions</a:t>
            </a:r>
            <a:r>
              <a:rPr lang="en"/>
              <a:t> stuff from the slides already</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Hyper parameters tuned:</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Number of trees and max depth is our Highest knobs for MSE &amp; Energy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MSE is best for tuning because it directly measures prediction error and penalizes large mistakes more strongly than RMSE or R²</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As u can from the plot w y axis being MSE. We selected 100 trees because performance plateaued after this point, and max_depth = 15 because it produced the lowest MSE without overfitting.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9d20a7649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9d20a7649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Ridisha</a:t>
            </a:r>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Why Calibration for Inference?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Inference requires precise </a:t>
            </a:r>
            <a:r>
              <a:rPr b="1" i="1" lang="en">
                <a:solidFill>
                  <a:schemeClr val="dk1"/>
                </a:solidFill>
              </a:rPr>
              <a:t>predicted values</a:t>
            </a:r>
            <a:r>
              <a:rPr lang="en">
                <a:solidFill>
                  <a:schemeClr val="dk1"/>
                </a:solidFill>
              </a:rPr>
              <a:t> — not rankings, not classifications. We </a:t>
            </a:r>
            <a:r>
              <a:rPr i="1" lang="en">
                <a:solidFill>
                  <a:schemeClr val="dk1"/>
                </a:solidFill>
              </a:rPr>
              <a:t>numerically close</a:t>
            </a:r>
            <a:r>
              <a:rPr lang="en">
                <a:solidFill>
                  <a:schemeClr val="dk1"/>
                </a:solidFill>
              </a:rPr>
              <a:t> to the real mental-health percentage. Calibration helps achieve this goal</a:t>
            </a:r>
            <a:br>
              <a:rPr b="1"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Calibration curves </a:t>
            </a:r>
            <a:r>
              <a:rPr lang="en">
                <a:solidFill>
                  <a:schemeClr val="dk1"/>
                </a:solidFill>
              </a:rPr>
              <a:t>compare the model’s predictions to the 45° line. If points lie on the line, the model is giving truthful, unbiased estimates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Calibration error gives a clean, interpretable summary</a:t>
            </a:r>
            <a:r>
              <a:rPr lang="en">
                <a:solidFill>
                  <a:schemeClr val="dk1"/>
                </a:solidFill>
              </a:rPr>
              <a:t> of how far predictions deviate from the truth. Lower calibration error = more trustworthy estimates.</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a66223a6d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a66223a6d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Ridisha</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solidFill>
                  <a:schemeClr val="dk1"/>
                </a:solidFill>
              </a:rPr>
              <a:t>Both models track the 45° line closely</a:t>
            </a:r>
            <a:r>
              <a:rPr lang="en">
                <a:solidFill>
                  <a:schemeClr val="dk1"/>
                </a:solidFill>
              </a:rPr>
              <a:t>, showing good calibration across counties.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Random forest is slightly better calibrated</a:t>
            </a:r>
            <a:r>
              <a:rPr lang="en">
                <a:solidFill>
                  <a:schemeClr val="dk1"/>
                </a:solidFill>
              </a:rPr>
              <a:t>, with points staying nearer to the diagonal in the calibration plot.</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a66223a6d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a66223a6d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Ridisha</a:t>
            </a:r>
            <a:endParaRPr/>
          </a:p>
          <a:p>
            <a:pPr indent="0" lvl="0" marL="0" rtl="0" algn="l">
              <a:spcBef>
                <a:spcPts val="0"/>
              </a:spcBef>
              <a:spcAft>
                <a:spcPts val="0"/>
              </a:spcAft>
              <a:buNone/>
            </a:pPr>
            <a:r>
              <a:rPr lang="en"/>
              <a:t>I say the same thing from the slides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9d47c7fe17_2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9d47c7fe17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Jana</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here we compare model performance and energy usage. </a:t>
            </a:r>
            <a:r>
              <a:rPr b="1" lang="en">
                <a:solidFill>
                  <a:schemeClr val="dk1"/>
                </a:solidFill>
              </a:rPr>
              <a:t>Both models use almost no energy, but random forest does require slightly more</a:t>
            </a:r>
            <a:r>
              <a:rPr lang="en">
                <a:solidFill>
                  <a:schemeClr val="dk1"/>
                </a:solidFill>
              </a:rPr>
              <a:t> than beta regression. In our case </a:t>
            </a:r>
            <a:r>
              <a:rPr b="1" lang="en">
                <a:solidFill>
                  <a:schemeClr val="dk1"/>
                </a:solidFill>
              </a:rPr>
              <a:t>that’s totally fine, because we aren’t generating predictions very often — so the higher cost at training time isn’t a real concern.</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What </a:t>
            </a:r>
            <a:r>
              <a:rPr i="1" lang="en">
                <a:solidFill>
                  <a:schemeClr val="dk1"/>
                </a:solidFill>
              </a:rPr>
              <a:t>is</a:t>
            </a:r>
            <a:r>
              <a:rPr lang="en">
                <a:solidFill>
                  <a:schemeClr val="dk1"/>
                </a:solidFill>
              </a:rPr>
              <a:t> useful is that </a:t>
            </a:r>
            <a:r>
              <a:rPr b="1" lang="en">
                <a:solidFill>
                  <a:schemeClr val="dk1"/>
                </a:solidFill>
              </a:rPr>
              <a:t>random forest ends up being better calibrated, with a lower calibration error than beta regression. That means its predicted mental-health percentages line up more closely with what we actually observe. Overall, even though it’s a bit heavier, random forest gives us the better-performing and better-calibrated model for this task.</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a47386ea0f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a47386ea0f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Amanda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interpretation, we’ll be moving forward with random forest since it was the better model in our case.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SHAP beeswarm plot shows which features the model relies on the most when predicting mental health prevalence across tracts. The top drivers are socioeconomic factor</a:t>
            </a:r>
            <a:r>
              <a:rPr lang="en"/>
              <a:t>s such as median income, bachelors percent, poverty percent, and median age. </a:t>
            </a:r>
            <a:r>
              <a:rPr lang="en"/>
              <a:t>Race variables and high school % appear lower in the ranking meaning they play a smaller role in the model’s predictions.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Looking at the directional patterns and the color scale, lower predicted mental health </a:t>
            </a:r>
            <a:r>
              <a:rPr lang="en"/>
              <a:t>prevalence</a:t>
            </a:r>
            <a:r>
              <a:rPr lang="en"/>
              <a:t> </a:t>
            </a:r>
            <a:r>
              <a:rPr lang="en">
                <a:solidFill>
                  <a:schemeClr val="dk1"/>
                </a:solidFill>
              </a:rPr>
              <a:t>(to the left of the x-axis) </a:t>
            </a:r>
            <a:r>
              <a:rPr lang="en"/>
              <a:t>is </a:t>
            </a:r>
            <a:r>
              <a:rPr lang="en"/>
              <a:t>associated </a:t>
            </a:r>
            <a:r>
              <a:rPr lang="en"/>
              <a:t>with higher median income (red values), higher bachelor’s %(more red), lower poverty % (blue), and a higher median age (red). Overall, the model is picking up stronger socioeconomic patterns and weaker demographic ones.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a597e6e3ef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a597e6e3e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Amanda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decided to look into our top 2 features from the SHAP values, and we’re doing PDP to show the marginal effect of that feature on the predictions.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PDP shows how predicted mental health prevalence in a tract changes as median income rises, holding other features constant. You can see a steep decline in predictions as income increases around 45k, and beyond that, the curve flattens, suggesting diminishing returns. Essentially, high predicted mental health prevalence is associated with low-income regions.</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a68a8893b6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a68a8893b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Amanda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Remember that bachelor’s % is the % of those with their highest degree attainment being a bachelor’s degree.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PDP shows how predicted mental health prevalence changes as bachelors % increases, holding everything else constant. The curve has a steady downward slope, which means higher bachelors % is associated with lower predicted mental health prevalence.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a66223a6d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a66223a6d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700">
                <a:solidFill>
                  <a:schemeClr val="dk1"/>
                </a:solidFill>
              </a:rPr>
              <a:t>So in conclusion, Our results show that income, bachelor’s education, and poverty are the strongest predictors of mental-health burden at the tract level. </a:t>
            </a:r>
            <a:endParaRPr sz="1700">
              <a:solidFill>
                <a:schemeClr val="dk1"/>
              </a:solidFill>
            </a:endParaRPr>
          </a:p>
          <a:p>
            <a:pPr indent="0" lvl="0" marL="0" rtl="0" algn="l">
              <a:lnSpc>
                <a:spcPct val="115000"/>
              </a:lnSpc>
              <a:spcBef>
                <a:spcPts val="1200"/>
              </a:spcBef>
              <a:spcAft>
                <a:spcPts val="0"/>
              </a:spcAft>
              <a:buNone/>
            </a:pPr>
            <a:r>
              <a:rPr lang="en" sz="1700">
                <a:solidFill>
                  <a:schemeClr val="dk1"/>
                </a:solidFill>
              </a:rPr>
              <a:t>These findings strengthen scientific understanding by quantifying how demographic and socioeconomic factors drive variation in mental health. </a:t>
            </a:r>
            <a:endParaRPr sz="1700">
              <a:solidFill>
                <a:schemeClr val="dk1"/>
              </a:solidFill>
            </a:endParaRPr>
          </a:p>
          <a:p>
            <a:pPr indent="0" lvl="0" marL="0" rtl="0" algn="l">
              <a:lnSpc>
                <a:spcPct val="115000"/>
              </a:lnSpc>
              <a:spcBef>
                <a:spcPts val="1200"/>
              </a:spcBef>
              <a:spcAft>
                <a:spcPts val="0"/>
              </a:spcAft>
              <a:buNone/>
            </a:pPr>
            <a:r>
              <a:rPr lang="en" sz="1700">
                <a:solidFill>
                  <a:schemeClr val="dk1"/>
                </a:solidFill>
              </a:rPr>
              <a:t>They also provide evidence that can support public-health reports, academic research, causal follow-up studies, and evaluations of structural disparities. </a:t>
            </a:r>
            <a:endParaRPr sz="1700">
              <a:solidFill>
                <a:schemeClr val="dk1"/>
              </a:solidFill>
            </a:endParaRPr>
          </a:p>
          <a:p>
            <a:pPr indent="0" lvl="0" marL="0" rtl="0" algn="l">
              <a:lnSpc>
                <a:spcPct val="115000"/>
              </a:lnSpc>
              <a:spcBef>
                <a:spcPts val="1200"/>
              </a:spcBef>
              <a:spcAft>
                <a:spcPts val="0"/>
              </a:spcAft>
              <a:buNone/>
            </a:pPr>
            <a:r>
              <a:rPr lang="en" sz="1700">
                <a:solidFill>
                  <a:schemeClr val="dk1"/>
                </a:solidFill>
              </a:rPr>
              <a:t>Ultimately, this helps community organizations, local governments, and health systems understand which structural factors deserve attention—without ranking or allocating resources.</a:t>
            </a:r>
            <a:endParaRPr sz="1700">
              <a:solidFill>
                <a:schemeClr val="dk1"/>
              </a:solidFill>
            </a:endParaRPr>
          </a:p>
          <a:p>
            <a:pPr indent="0" lvl="0" marL="0" rtl="0" algn="l">
              <a:lnSpc>
                <a:spcPct val="115000"/>
              </a:lnSpc>
              <a:spcBef>
                <a:spcPts val="1200"/>
              </a:spcBef>
              <a:spcAft>
                <a:spcPts val="0"/>
              </a:spcAft>
              <a:buNone/>
            </a:pPr>
            <a:r>
              <a:rPr lang="en" sz="1700">
                <a:solidFill>
                  <a:schemeClr val="dk1"/>
                </a:solidFill>
              </a:rPr>
              <a:t>For next steps, we would validate the models using newer ACS and CDC data to track how these patterns change over time, and we’ll explore spatial models to better understand geographic disparities.”</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54dda1946d_4_2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54dda1946d_4_2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Amanda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2.png"/><Relationship Id="rId8" Type="http://schemas.openxmlformats.org/officeDocument/2006/relationships/hyperlink" Target="https://bit.ly/3A1uf1Q"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0" name="Google Shape;10;p2"/>
          <p:cNvSpPr txBox="1"/>
          <p:nvPr>
            <p:ph type="ctrTitle"/>
          </p:nvPr>
        </p:nvSpPr>
        <p:spPr>
          <a:xfrm>
            <a:off x="972300" y="1482800"/>
            <a:ext cx="7199400" cy="14772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972300" y="3239202"/>
            <a:ext cx="7199400" cy="4215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2"/>
          <p:cNvGrpSpPr/>
          <p:nvPr/>
        </p:nvGrpSpPr>
        <p:grpSpPr>
          <a:xfrm>
            <a:off x="-6825" y="1613"/>
            <a:ext cx="9163538" cy="5147081"/>
            <a:chOff x="-21325" y="-6819"/>
            <a:chExt cx="9163538" cy="5147081"/>
          </a:xfrm>
        </p:grpSpPr>
        <p:grpSp>
          <p:nvGrpSpPr>
            <p:cNvPr id="13" name="Google Shape;13;p2"/>
            <p:cNvGrpSpPr/>
            <p:nvPr/>
          </p:nvGrpSpPr>
          <p:grpSpPr>
            <a:xfrm>
              <a:off x="2626712" y="4610687"/>
              <a:ext cx="6515501" cy="529575"/>
              <a:chOff x="2626712" y="4610687"/>
              <a:chExt cx="6515501" cy="529575"/>
            </a:xfrm>
          </p:grpSpPr>
          <p:pic>
            <p:nvPicPr>
              <p:cNvPr id="14" name="Google Shape;14;p2"/>
              <p:cNvPicPr preferRelativeResize="0"/>
              <p:nvPr/>
            </p:nvPicPr>
            <p:blipFill>
              <a:blip r:embed="rId3">
                <a:alphaModFix/>
              </a:blip>
              <a:stretch>
                <a:fillRect/>
              </a:stretch>
            </p:blipFill>
            <p:spPr>
              <a:xfrm rot="10800000">
                <a:off x="2626712" y="4610687"/>
                <a:ext cx="6515501" cy="529575"/>
              </a:xfrm>
              <a:prstGeom prst="rect">
                <a:avLst/>
              </a:prstGeom>
              <a:noFill/>
              <a:ln>
                <a:noFill/>
              </a:ln>
            </p:spPr>
          </p:pic>
          <p:pic>
            <p:nvPicPr>
              <p:cNvPr id="15" name="Google Shape;15;p2"/>
              <p:cNvPicPr preferRelativeResize="0"/>
              <p:nvPr/>
            </p:nvPicPr>
            <p:blipFill>
              <a:blip r:embed="rId4">
                <a:alphaModFix/>
              </a:blip>
              <a:stretch>
                <a:fillRect/>
              </a:stretch>
            </p:blipFill>
            <p:spPr>
              <a:xfrm rot="10800000">
                <a:off x="7293388" y="4840980"/>
                <a:ext cx="1585464" cy="69000"/>
              </a:xfrm>
              <a:prstGeom prst="rect">
                <a:avLst/>
              </a:prstGeom>
              <a:noFill/>
              <a:ln>
                <a:noFill/>
              </a:ln>
            </p:spPr>
          </p:pic>
        </p:grpSp>
        <p:grpSp>
          <p:nvGrpSpPr>
            <p:cNvPr id="16" name="Google Shape;16;p2"/>
            <p:cNvGrpSpPr/>
            <p:nvPr/>
          </p:nvGrpSpPr>
          <p:grpSpPr>
            <a:xfrm>
              <a:off x="-21325" y="-6819"/>
              <a:ext cx="6523526" cy="536050"/>
              <a:chOff x="-21325" y="-6819"/>
              <a:chExt cx="6523526" cy="536050"/>
            </a:xfrm>
          </p:grpSpPr>
          <p:pic>
            <p:nvPicPr>
              <p:cNvPr id="17" name="Google Shape;17;p2"/>
              <p:cNvPicPr preferRelativeResize="0"/>
              <p:nvPr/>
            </p:nvPicPr>
            <p:blipFill>
              <a:blip r:embed="rId5">
                <a:alphaModFix/>
              </a:blip>
              <a:stretch>
                <a:fillRect/>
              </a:stretch>
            </p:blipFill>
            <p:spPr>
              <a:xfrm>
                <a:off x="-21325" y="-6819"/>
                <a:ext cx="6523526" cy="536050"/>
              </a:xfrm>
              <a:prstGeom prst="rect">
                <a:avLst/>
              </a:prstGeom>
              <a:noFill/>
              <a:ln>
                <a:noFill/>
              </a:ln>
            </p:spPr>
          </p:pic>
          <p:pic>
            <p:nvPicPr>
              <p:cNvPr id="18" name="Google Shape;18;p2"/>
              <p:cNvPicPr preferRelativeResize="0"/>
              <p:nvPr/>
            </p:nvPicPr>
            <p:blipFill>
              <a:blip r:embed="rId4">
                <a:alphaModFix/>
              </a:blip>
              <a:stretch>
                <a:fillRect/>
              </a:stretch>
            </p:blipFill>
            <p:spPr>
              <a:xfrm>
                <a:off x="243800" y="239786"/>
                <a:ext cx="1585464" cy="69000"/>
              </a:xfrm>
              <a:prstGeom prst="rect">
                <a:avLst/>
              </a:prstGeom>
              <a:noFill/>
              <a:ln>
                <a:noFill/>
              </a:ln>
            </p:spPr>
          </p:pic>
        </p:grpSp>
      </p:grpSp>
      <p:grpSp>
        <p:nvGrpSpPr>
          <p:cNvPr id="19" name="Google Shape;19;p2"/>
          <p:cNvGrpSpPr/>
          <p:nvPr/>
        </p:nvGrpSpPr>
        <p:grpSpPr>
          <a:xfrm>
            <a:off x="-6819" y="-7400"/>
            <a:ext cx="9157637" cy="5158300"/>
            <a:chOff x="0" y="0"/>
            <a:chExt cx="9157637" cy="5158300"/>
          </a:xfrm>
        </p:grpSpPr>
        <p:pic>
          <p:nvPicPr>
            <p:cNvPr id="20" name="Google Shape;20;p2"/>
            <p:cNvPicPr preferRelativeResize="0"/>
            <p:nvPr/>
          </p:nvPicPr>
          <p:blipFill>
            <a:blip r:embed="rId6">
              <a:alphaModFix/>
            </a:blip>
            <a:stretch>
              <a:fillRect/>
            </a:stretch>
          </p:blipFill>
          <p:spPr>
            <a:xfrm>
              <a:off x="7906088" y="0"/>
              <a:ext cx="1251550" cy="1251550"/>
            </a:xfrm>
            <a:prstGeom prst="rect">
              <a:avLst/>
            </a:prstGeom>
            <a:noFill/>
            <a:ln>
              <a:noFill/>
            </a:ln>
          </p:spPr>
        </p:pic>
        <p:pic>
          <p:nvPicPr>
            <p:cNvPr id="21" name="Google Shape;21;p2"/>
            <p:cNvPicPr preferRelativeResize="0"/>
            <p:nvPr/>
          </p:nvPicPr>
          <p:blipFill>
            <a:blip r:embed="rId7">
              <a:alphaModFix/>
            </a:blip>
            <a:stretch>
              <a:fillRect/>
            </a:stretch>
          </p:blipFill>
          <p:spPr>
            <a:xfrm>
              <a:off x="0" y="3906750"/>
              <a:ext cx="1251550" cy="1251550"/>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pic>
        <p:nvPicPr>
          <p:cNvPr id="23" name="Google Shape;23;p3"/>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24" name="Google Shape;24;p3"/>
          <p:cNvPicPr preferRelativeResize="0"/>
          <p:nvPr/>
        </p:nvPicPr>
        <p:blipFill>
          <a:blip r:embed="rId3">
            <a:alphaModFix/>
          </a:blip>
          <a:stretch>
            <a:fillRect/>
          </a:stretch>
        </p:blipFill>
        <p:spPr>
          <a:xfrm>
            <a:off x="8171225" y="0"/>
            <a:ext cx="972775" cy="972775"/>
          </a:xfrm>
          <a:prstGeom prst="rect">
            <a:avLst/>
          </a:prstGeom>
          <a:noFill/>
          <a:ln>
            <a:noFill/>
          </a:ln>
        </p:spPr>
      </p:pic>
      <p:grpSp>
        <p:nvGrpSpPr>
          <p:cNvPr id="25" name="Google Shape;25;p3"/>
          <p:cNvGrpSpPr/>
          <p:nvPr/>
        </p:nvGrpSpPr>
        <p:grpSpPr>
          <a:xfrm>
            <a:off x="4303195" y="4617494"/>
            <a:ext cx="4845850" cy="529600"/>
            <a:chOff x="4296376" y="4610675"/>
            <a:chExt cx="4845850" cy="529600"/>
          </a:xfrm>
        </p:grpSpPr>
        <p:pic>
          <p:nvPicPr>
            <p:cNvPr id="26" name="Google Shape;26;p3"/>
            <p:cNvPicPr preferRelativeResize="0"/>
            <p:nvPr/>
          </p:nvPicPr>
          <p:blipFill>
            <a:blip r:embed="rId4">
              <a:alphaModFix/>
            </a:blip>
            <a:stretch>
              <a:fillRect/>
            </a:stretch>
          </p:blipFill>
          <p:spPr>
            <a:xfrm rot="10800000">
              <a:off x="4296376" y="4610675"/>
              <a:ext cx="4845850" cy="529600"/>
            </a:xfrm>
            <a:prstGeom prst="rect">
              <a:avLst/>
            </a:prstGeom>
            <a:noFill/>
            <a:ln>
              <a:noFill/>
            </a:ln>
          </p:spPr>
        </p:pic>
        <p:pic>
          <p:nvPicPr>
            <p:cNvPr id="27" name="Google Shape;27;p3"/>
            <p:cNvPicPr preferRelativeResize="0"/>
            <p:nvPr/>
          </p:nvPicPr>
          <p:blipFill>
            <a:blip r:embed="rId5">
              <a:alphaModFix/>
            </a:blip>
            <a:stretch>
              <a:fillRect/>
            </a:stretch>
          </p:blipFill>
          <p:spPr>
            <a:xfrm rot="10800000">
              <a:off x="7293388" y="4840980"/>
              <a:ext cx="1585464" cy="69000"/>
            </a:xfrm>
            <a:prstGeom prst="rect">
              <a:avLst/>
            </a:prstGeom>
            <a:noFill/>
            <a:ln>
              <a:noFill/>
            </a:ln>
          </p:spPr>
        </p:pic>
      </p:grpSp>
      <p:sp>
        <p:nvSpPr>
          <p:cNvPr id="28" name="Google Shape;28;p3"/>
          <p:cNvSpPr txBox="1"/>
          <p:nvPr>
            <p:ph type="title"/>
          </p:nvPr>
        </p:nvSpPr>
        <p:spPr>
          <a:xfrm>
            <a:off x="4047175" y="2409650"/>
            <a:ext cx="4383600" cy="13917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9" name="Google Shape;29;p3"/>
          <p:cNvSpPr txBox="1"/>
          <p:nvPr>
            <p:ph hasCustomPrompt="1" idx="2" type="title"/>
          </p:nvPr>
        </p:nvSpPr>
        <p:spPr>
          <a:xfrm>
            <a:off x="5690275" y="1037350"/>
            <a:ext cx="1097400" cy="1097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0" name="Google Shape;30;p3"/>
          <p:cNvSpPr/>
          <p:nvPr>
            <p:ph idx="3" type="pic"/>
          </p:nvPr>
        </p:nvSpPr>
        <p:spPr>
          <a:xfrm>
            <a:off x="713225" y="539500"/>
            <a:ext cx="2760600" cy="4064400"/>
          </a:xfrm>
          <a:prstGeom prst="round2DiagRect">
            <a:avLst>
              <a:gd fmla="val 16667" name="adj1"/>
              <a:gd fmla="val 0" name="adj2"/>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pic>
        <p:nvPicPr>
          <p:cNvPr id="32" name="Google Shape;32;p4"/>
          <p:cNvPicPr preferRelativeResize="0"/>
          <p:nvPr/>
        </p:nvPicPr>
        <p:blipFill>
          <a:blip r:embed="rId2">
            <a:alphaModFix/>
          </a:blip>
          <a:stretch>
            <a:fillRect/>
          </a:stretch>
        </p:blipFill>
        <p:spPr>
          <a:xfrm>
            <a:off x="-25" y="0"/>
            <a:ext cx="9144000" cy="5143500"/>
          </a:xfrm>
          <a:prstGeom prst="rect">
            <a:avLst/>
          </a:prstGeom>
          <a:noFill/>
          <a:ln>
            <a:noFill/>
          </a:ln>
        </p:spPr>
      </p:pic>
      <p:sp>
        <p:nvSpPr>
          <p:cNvPr id="33" name="Google Shape;33;p4"/>
          <p:cNvSpPr txBox="1"/>
          <p:nvPr>
            <p:ph type="title"/>
          </p:nvPr>
        </p:nvSpPr>
        <p:spPr>
          <a:xfrm>
            <a:off x="713225" y="1099175"/>
            <a:ext cx="3171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4" name="Google Shape;34;p4"/>
          <p:cNvGrpSpPr/>
          <p:nvPr/>
        </p:nvGrpSpPr>
        <p:grpSpPr>
          <a:xfrm flipH="1">
            <a:off x="2620475" y="0"/>
            <a:ext cx="6523526" cy="369900"/>
            <a:chOff x="0" y="0"/>
            <a:chExt cx="6523526" cy="369900"/>
          </a:xfrm>
        </p:grpSpPr>
        <p:pic>
          <p:nvPicPr>
            <p:cNvPr id="35" name="Google Shape;35;p4"/>
            <p:cNvPicPr preferRelativeResize="0"/>
            <p:nvPr/>
          </p:nvPicPr>
          <p:blipFill>
            <a:blip r:embed="rId3">
              <a:alphaModFix/>
            </a:blip>
            <a:stretch>
              <a:fillRect/>
            </a:stretch>
          </p:blipFill>
          <p:spPr>
            <a:xfrm>
              <a:off x="0" y="0"/>
              <a:ext cx="6523526" cy="369900"/>
            </a:xfrm>
            <a:prstGeom prst="rect">
              <a:avLst/>
            </a:prstGeom>
            <a:noFill/>
            <a:ln>
              <a:noFill/>
            </a:ln>
          </p:spPr>
        </p:pic>
        <p:pic>
          <p:nvPicPr>
            <p:cNvPr id="36" name="Google Shape;36;p4"/>
            <p:cNvPicPr preferRelativeResize="0"/>
            <p:nvPr/>
          </p:nvPicPr>
          <p:blipFill>
            <a:blip r:embed="rId4">
              <a:alphaModFix/>
            </a:blip>
            <a:stretch>
              <a:fillRect/>
            </a:stretch>
          </p:blipFill>
          <p:spPr>
            <a:xfrm>
              <a:off x="265125" y="150455"/>
              <a:ext cx="1585464" cy="69000"/>
            </a:xfrm>
            <a:prstGeom prst="rect">
              <a:avLst/>
            </a:prstGeom>
            <a:noFill/>
            <a:ln>
              <a:noFill/>
            </a:ln>
          </p:spPr>
        </p:pic>
      </p:grpSp>
      <p:pic>
        <p:nvPicPr>
          <p:cNvPr id="37" name="Google Shape;37;p4"/>
          <p:cNvPicPr preferRelativeResize="0"/>
          <p:nvPr/>
        </p:nvPicPr>
        <p:blipFill>
          <a:blip r:embed="rId5">
            <a:alphaModFix/>
          </a:blip>
          <a:stretch>
            <a:fillRect/>
          </a:stretch>
        </p:blipFill>
        <p:spPr>
          <a:xfrm flipH="1" rot="5400000">
            <a:off x="0" y="4170737"/>
            <a:ext cx="972775" cy="972775"/>
          </a:xfrm>
          <a:prstGeom prst="rect">
            <a:avLst/>
          </a:prstGeom>
          <a:noFill/>
          <a:ln>
            <a:noFill/>
          </a:ln>
        </p:spPr>
      </p:pic>
      <p:pic>
        <p:nvPicPr>
          <p:cNvPr id="38" name="Google Shape;38;p4"/>
          <p:cNvPicPr preferRelativeResize="0"/>
          <p:nvPr/>
        </p:nvPicPr>
        <p:blipFill>
          <a:blip r:embed="rId6">
            <a:alphaModFix/>
          </a:blip>
          <a:stretch>
            <a:fillRect/>
          </a:stretch>
        </p:blipFill>
        <p:spPr>
          <a:xfrm>
            <a:off x="7249350" y="3712050"/>
            <a:ext cx="1768001" cy="1350575"/>
          </a:xfrm>
          <a:prstGeom prst="rect">
            <a:avLst/>
          </a:prstGeom>
          <a:noFill/>
          <a:ln>
            <a:noFill/>
          </a:ln>
        </p:spPr>
      </p:pic>
      <p:sp>
        <p:nvSpPr>
          <p:cNvPr id="39" name="Google Shape;39;p4"/>
          <p:cNvSpPr txBox="1"/>
          <p:nvPr>
            <p:ph idx="1" type="subTitle"/>
          </p:nvPr>
        </p:nvSpPr>
        <p:spPr>
          <a:xfrm>
            <a:off x="713225" y="2630525"/>
            <a:ext cx="3171900" cy="1638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pic>
        <p:nvPicPr>
          <p:cNvPr id="41" name="Google Shape;41;p5"/>
          <p:cNvPicPr preferRelativeResize="0"/>
          <p:nvPr/>
        </p:nvPicPr>
        <p:blipFill>
          <a:blip r:embed="rId2">
            <a:alphaModFix/>
          </a:blip>
          <a:stretch>
            <a:fillRect/>
          </a:stretch>
        </p:blipFill>
        <p:spPr>
          <a:xfrm>
            <a:off x="-25" y="0"/>
            <a:ext cx="9144000" cy="5143500"/>
          </a:xfrm>
          <a:prstGeom prst="rect">
            <a:avLst/>
          </a:prstGeom>
          <a:noFill/>
          <a:ln>
            <a:noFill/>
          </a:ln>
        </p:spPr>
      </p:pic>
      <p:sp>
        <p:nvSpPr>
          <p:cNvPr id="42" name="Google Shape;42;p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3" name="Google Shape;43;p5"/>
          <p:cNvSpPr txBox="1"/>
          <p:nvPr>
            <p:ph idx="1" type="subTitle"/>
          </p:nvPr>
        </p:nvSpPr>
        <p:spPr>
          <a:xfrm>
            <a:off x="3553500" y="3054555"/>
            <a:ext cx="4787100" cy="903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4" name="Google Shape;44;p5"/>
          <p:cNvSpPr txBox="1"/>
          <p:nvPr>
            <p:ph idx="2" type="subTitle"/>
          </p:nvPr>
        </p:nvSpPr>
        <p:spPr>
          <a:xfrm>
            <a:off x="3553500" y="1649136"/>
            <a:ext cx="4787100" cy="903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5" name="Google Shape;45;p5"/>
          <p:cNvSpPr txBox="1"/>
          <p:nvPr>
            <p:ph idx="3" type="subTitle"/>
          </p:nvPr>
        </p:nvSpPr>
        <p:spPr>
          <a:xfrm>
            <a:off x="1859700" y="1649136"/>
            <a:ext cx="1541400" cy="903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46" name="Google Shape;46;p5"/>
          <p:cNvSpPr txBox="1"/>
          <p:nvPr>
            <p:ph idx="4" type="subTitle"/>
          </p:nvPr>
        </p:nvSpPr>
        <p:spPr>
          <a:xfrm>
            <a:off x="1859700" y="3054549"/>
            <a:ext cx="1541400" cy="903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grpSp>
        <p:nvGrpSpPr>
          <p:cNvPr id="47" name="Google Shape;47;p5"/>
          <p:cNvGrpSpPr/>
          <p:nvPr/>
        </p:nvGrpSpPr>
        <p:grpSpPr>
          <a:xfrm rot="10800000">
            <a:off x="2620475" y="4773475"/>
            <a:ext cx="6523526" cy="369900"/>
            <a:chOff x="0" y="0"/>
            <a:chExt cx="6523526" cy="369900"/>
          </a:xfrm>
        </p:grpSpPr>
        <p:pic>
          <p:nvPicPr>
            <p:cNvPr id="48" name="Google Shape;48;p5"/>
            <p:cNvPicPr preferRelativeResize="0"/>
            <p:nvPr/>
          </p:nvPicPr>
          <p:blipFill>
            <a:blip r:embed="rId3">
              <a:alphaModFix/>
            </a:blip>
            <a:stretch>
              <a:fillRect/>
            </a:stretch>
          </p:blipFill>
          <p:spPr>
            <a:xfrm>
              <a:off x="0" y="0"/>
              <a:ext cx="6523526" cy="369900"/>
            </a:xfrm>
            <a:prstGeom prst="rect">
              <a:avLst/>
            </a:prstGeom>
            <a:noFill/>
            <a:ln>
              <a:noFill/>
            </a:ln>
          </p:spPr>
        </p:pic>
        <p:pic>
          <p:nvPicPr>
            <p:cNvPr id="49" name="Google Shape;49;p5"/>
            <p:cNvPicPr preferRelativeResize="0"/>
            <p:nvPr/>
          </p:nvPicPr>
          <p:blipFill>
            <a:blip r:embed="rId4">
              <a:alphaModFix/>
            </a:blip>
            <a:stretch>
              <a:fillRect/>
            </a:stretch>
          </p:blipFill>
          <p:spPr>
            <a:xfrm>
              <a:off x="265125" y="150455"/>
              <a:ext cx="1585464" cy="69000"/>
            </a:xfrm>
            <a:prstGeom prst="rect">
              <a:avLst/>
            </a:prstGeom>
            <a:noFill/>
            <a:ln>
              <a:noFill/>
            </a:ln>
          </p:spPr>
        </p:pic>
      </p:grpSp>
      <p:pic>
        <p:nvPicPr>
          <p:cNvPr id="50" name="Google Shape;50;p5"/>
          <p:cNvPicPr preferRelativeResize="0"/>
          <p:nvPr/>
        </p:nvPicPr>
        <p:blipFill>
          <a:blip r:embed="rId5">
            <a:alphaModFix/>
          </a:blip>
          <a:stretch>
            <a:fillRect/>
          </a:stretch>
        </p:blipFill>
        <p:spPr>
          <a:xfrm>
            <a:off x="0" y="4170737"/>
            <a:ext cx="972775" cy="9727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pic>
        <p:nvPicPr>
          <p:cNvPr id="52" name="Google Shape;52;p6"/>
          <p:cNvPicPr preferRelativeResize="0"/>
          <p:nvPr/>
        </p:nvPicPr>
        <p:blipFill>
          <a:blip r:embed="rId2">
            <a:alphaModFix/>
          </a:blip>
          <a:stretch>
            <a:fillRect/>
          </a:stretch>
        </p:blipFill>
        <p:spPr>
          <a:xfrm>
            <a:off x="-25" y="0"/>
            <a:ext cx="9144000" cy="5143500"/>
          </a:xfrm>
          <a:prstGeom prst="rect">
            <a:avLst/>
          </a:prstGeom>
          <a:noFill/>
          <a:ln>
            <a:noFill/>
          </a:ln>
        </p:spPr>
      </p:pic>
      <p:sp>
        <p:nvSpPr>
          <p:cNvPr id="53" name="Google Shape;53;p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54" name="Google Shape;54;p6"/>
          <p:cNvPicPr preferRelativeResize="0"/>
          <p:nvPr/>
        </p:nvPicPr>
        <p:blipFill rotWithShape="1">
          <a:blip r:embed="rId3">
            <a:alphaModFix/>
          </a:blip>
          <a:srcRect b="18270" l="31652" r="0" t="131"/>
          <a:stretch/>
        </p:blipFill>
        <p:spPr>
          <a:xfrm flipH="1" rot="10800000">
            <a:off x="8199274" y="11375"/>
            <a:ext cx="1173326" cy="1070099"/>
          </a:xfrm>
          <a:prstGeom prst="rect">
            <a:avLst/>
          </a:prstGeom>
          <a:noFill/>
          <a:ln>
            <a:noFill/>
          </a:ln>
        </p:spPr>
      </p:pic>
      <p:pic>
        <p:nvPicPr>
          <p:cNvPr id="55" name="Google Shape;55;p6"/>
          <p:cNvPicPr preferRelativeResize="0"/>
          <p:nvPr/>
        </p:nvPicPr>
        <p:blipFill>
          <a:blip r:embed="rId4">
            <a:alphaModFix/>
          </a:blip>
          <a:stretch>
            <a:fillRect/>
          </a:stretch>
        </p:blipFill>
        <p:spPr>
          <a:xfrm rot="10800000">
            <a:off x="-1" y="4170725"/>
            <a:ext cx="972775" cy="9727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pic>
        <p:nvPicPr>
          <p:cNvPr id="57" name="Google Shape;57;p7"/>
          <p:cNvPicPr preferRelativeResize="0"/>
          <p:nvPr/>
        </p:nvPicPr>
        <p:blipFill>
          <a:blip r:embed="rId2">
            <a:alphaModFix/>
          </a:blip>
          <a:stretch>
            <a:fillRect/>
          </a:stretch>
        </p:blipFill>
        <p:spPr>
          <a:xfrm>
            <a:off x="-25" y="0"/>
            <a:ext cx="9144000" cy="5143500"/>
          </a:xfrm>
          <a:prstGeom prst="rect">
            <a:avLst/>
          </a:prstGeom>
          <a:noFill/>
          <a:ln>
            <a:noFill/>
          </a:ln>
        </p:spPr>
      </p:pic>
      <p:sp>
        <p:nvSpPr>
          <p:cNvPr id="58" name="Google Shape;58;p7"/>
          <p:cNvSpPr txBox="1"/>
          <p:nvPr>
            <p:ph type="title"/>
          </p:nvPr>
        </p:nvSpPr>
        <p:spPr>
          <a:xfrm>
            <a:off x="713225" y="987538"/>
            <a:ext cx="4294800" cy="1062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9" name="Google Shape;59;p7"/>
          <p:cNvSpPr txBox="1"/>
          <p:nvPr>
            <p:ph idx="1" type="subTitle"/>
          </p:nvPr>
        </p:nvSpPr>
        <p:spPr>
          <a:xfrm>
            <a:off x="713225" y="2109663"/>
            <a:ext cx="4294800" cy="2503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1000"/>
              </a:spcBef>
              <a:spcAft>
                <a:spcPts val="0"/>
              </a:spcAft>
              <a:buClr>
                <a:srgbClr val="E76A28"/>
              </a:buClr>
              <a:buSzPts val="1200"/>
              <a:buFont typeface="Nunito Light"/>
              <a:buAutoNum type="alphaLcPeriod"/>
              <a:defRPr/>
            </a:lvl2pPr>
            <a:lvl3pPr lvl="2" rtl="0" algn="ctr">
              <a:lnSpc>
                <a:spcPct val="100000"/>
              </a:lnSpc>
              <a:spcBef>
                <a:spcPts val="0"/>
              </a:spcBef>
              <a:spcAft>
                <a:spcPts val="0"/>
              </a:spcAft>
              <a:buClr>
                <a:srgbClr val="E76A28"/>
              </a:buClr>
              <a:buSzPts val="1200"/>
              <a:buFont typeface="Nunito Light"/>
              <a:buAutoNum type="romanLcPeriod"/>
              <a:defRPr/>
            </a:lvl3pPr>
            <a:lvl4pPr lvl="3" rtl="0" algn="ctr">
              <a:lnSpc>
                <a:spcPct val="100000"/>
              </a:lnSpc>
              <a:spcBef>
                <a:spcPts val="0"/>
              </a:spcBef>
              <a:spcAft>
                <a:spcPts val="0"/>
              </a:spcAft>
              <a:buClr>
                <a:srgbClr val="E76A28"/>
              </a:buClr>
              <a:buSzPts val="1200"/>
              <a:buFont typeface="Nunito Light"/>
              <a:buAutoNum type="arabicPeriod"/>
              <a:defRPr/>
            </a:lvl4pPr>
            <a:lvl5pPr lvl="4" rtl="0" algn="ctr">
              <a:lnSpc>
                <a:spcPct val="100000"/>
              </a:lnSpc>
              <a:spcBef>
                <a:spcPts val="0"/>
              </a:spcBef>
              <a:spcAft>
                <a:spcPts val="0"/>
              </a:spcAft>
              <a:buClr>
                <a:srgbClr val="E76A28"/>
              </a:buClr>
              <a:buSzPts val="1200"/>
              <a:buFont typeface="Nunito Light"/>
              <a:buAutoNum type="alphaLcPeriod"/>
              <a:defRPr/>
            </a:lvl5pPr>
            <a:lvl6pPr lvl="5" rtl="0" algn="ctr">
              <a:lnSpc>
                <a:spcPct val="100000"/>
              </a:lnSpc>
              <a:spcBef>
                <a:spcPts val="0"/>
              </a:spcBef>
              <a:spcAft>
                <a:spcPts val="0"/>
              </a:spcAft>
              <a:buClr>
                <a:srgbClr val="999999"/>
              </a:buClr>
              <a:buSzPts val="1200"/>
              <a:buFont typeface="Nunito Light"/>
              <a:buAutoNum type="romanLcPeriod"/>
              <a:defRPr/>
            </a:lvl6pPr>
            <a:lvl7pPr lvl="6" rtl="0" algn="ctr">
              <a:lnSpc>
                <a:spcPct val="100000"/>
              </a:lnSpc>
              <a:spcBef>
                <a:spcPts val="0"/>
              </a:spcBef>
              <a:spcAft>
                <a:spcPts val="0"/>
              </a:spcAft>
              <a:buClr>
                <a:srgbClr val="999999"/>
              </a:buClr>
              <a:buSzPts val="1200"/>
              <a:buFont typeface="Nunito Light"/>
              <a:buAutoNum type="arabicPeriod"/>
              <a:defRPr/>
            </a:lvl7pPr>
            <a:lvl8pPr lvl="7" rtl="0" algn="ctr">
              <a:lnSpc>
                <a:spcPct val="100000"/>
              </a:lnSpc>
              <a:spcBef>
                <a:spcPts val="0"/>
              </a:spcBef>
              <a:spcAft>
                <a:spcPts val="0"/>
              </a:spcAft>
              <a:buClr>
                <a:srgbClr val="999999"/>
              </a:buClr>
              <a:buSzPts val="1200"/>
              <a:buFont typeface="Nunito Light"/>
              <a:buAutoNum type="alphaLcPeriod"/>
              <a:defRPr/>
            </a:lvl8pPr>
            <a:lvl9pPr lvl="8" rtl="0" algn="ctr">
              <a:lnSpc>
                <a:spcPct val="100000"/>
              </a:lnSpc>
              <a:spcBef>
                <a:spcPts val="0"/>
              </a:spcBef>
              <a:spcAft>
                <a:spcPts val="0"/>
              </a:spcAft>
              <a:buClr>
                <a:srgbClr val="999999"/>
              </a:buClr>
              <a:buSzPts val="1200"/>
              <a:buFont typeface="Nunito Light"/>
              <a:buAutoNum type="romanLcPeriod"/>
              <a:defRPr/>
            </a:lvl9pPr>
          </a:lstStyle>
          <a:p/>
        </p:txBody>
      </p:sp>
      <p:sp>
        <p:nvSpPr>
          <p:cNvPr id="60" name="Google Shape;60;p7"/>
          <p:cNvSpPr/>
          <p:nvPr>
            <p:ph idx="2" type="pic"/>
          </p:nvPr>
        </p:nvSpPr>
        <p:spPr>
          <a:xfrm>
            <a:off x="5643775" y="539500"/>
            <a:ext cx="2787000" cy="4064400"/>
          </a:xfrm>
          <a:prstGeom prst="round2DiagRect">
            <a:avLst>
              <a:gd fmla="val 16667" name="adj1"/>
              <a:gd fmla="val 0" name="adj2"/>
            </a:avLst>
          </a:prstGeom>
          <a:noFill/>
          <a:ln>
            <a:noFill/>
          </a:ln>
        </p:spPr>
      </p:sp>
      <p:pic>
        <p:nvPicPr>
          <p:cNvPr id="61" name="Google Shape;61;p7"/>
          <p:cNvPicPr preferRelativeResize="0"/>
          <p:nvPr/>
        </p:nvPicPr>
        <p:blipFill>
          <a:blip r:embed="rId3">
            <a:alphaModFix/>
          </a:blip>
          <a:stretch>
            <a:fillRect/>
          </a:stretch>
        </p:blipFill>
        <p:spPr>
          <a:xfrm flipH="1" rot="-5400000">
            <a:off x="-25" y="4170725"/>
            <a:ext cx="972775" cy="972775"/>
          </a:xfrm>
          <a:prstGeom prst="rect">
            <a:avLst/>
          </a:prstGeom>
          <a:noFill/>
          <a:ln>
            <a:noFill/>
          </a:ln>
        </p:spPr>
      </p:pic>
      <p:pic>
        <p:nvPicPr>
          <p:cNvPr id="62" name="Google Shape;62;p7"/>
          <p:cNvPicPr preferRelativeResize="0"/>
          <p:nvPr/>
        </p:nvPicPr>
        <p:blipFill rotWithShape="1">
          <a:blip r:embed="rId4">
            <a:alphaModFix/>
          </a:blip>
          <a:srcRect b="130" l="0" r="0" t="130"/>
          <a:stretch/>
        </p:blipFill>
        <p:spPr>
          <a:xfrm rot="-5400000">
            <a:off x="7509601" y="3503753"/>
            <a:ext cx="1716695" cy="1307947"/>
          </a:xfrm>
          <a:prstGeom prst="rect">
            <a:avLst/>
          </a:prstGeom>
          <a:noFill/>
          <a:ln>
            <a:noFill/>
          </a:ln>
        </p:spPr>
      </p:pic>
      <p:grpSp>
        <p:nvGrpSpPr>
          <p:cNvPr id="63" name="Google Shape;63;p7"/>
          <p:cNvGrpSpPr/>
          <p:nvPr/>
        </p:nvGrpSpPr>
        <p:grpSpPr>
          <a:xfrm>
            <a:off x="0" y="0"/>
            <a:ext cx="5837899" cy="536050"/>
            <a:chOff x="0" y="0"/>
            <a:chExt cx="5837899" cy="536050"/>
          </a:xfrm>
        </p:grpSpPr>
        <p:pic>
          <p:nvPicPr>
            <p:cNvPr id="64" name="Google Shape;64;p7"/>
            <p:cNvPicPr preferRelativeResize="0"/>
            <p:nvPr/>
          </p:nvPicPr>
          <p:blipFill>
            <a:blip r:embed="rId5">
              <a:alphaModFix/>
            </a:blip>
            <a:stretch>
              <a:fillRect/>
            </a:stretch>
          </p:blipFill>
          <p:spPr>
            <a:xfrm>
              <a:off x="0" y="0"/>
              <a:ext cx="5837899" cy="536050"/>
            </a:xfrm>
            <a:prstGeom prst="rect">
              <a:avLst/>
            </a:prstGeom>
            <a:noFill/>
            <a:ln>
              <a:noFill/>
            </a:ln>
          </p:spPr>
        </p:pic>
        <p:pic>
          <p:nvPicPr>
            <p:cNvPr id="65" name="Google Shape;65;p7"/>
            <p:cNvPicPr preferRelativeResize="0"/>
            <p:nvPr/>
          </p:nvPicPr>
          <p:blipFill>
            <a:blip r:embed="rId6">
              <a:alphaModFix/>
            </a:blip>
            <a:stretch>
              <a:fillRect/>
            </a:stretch>
          </p:blipFill>
          <p:spPr>
            <a:xfrm>
              <a:off x="265125" y="246605"/>
              <a:ext cx="1585464" cy="6900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6" name="Shape 66"/>
        <p:cNvGrpSpPr/>
        <p:nvPr/>
      </p:nvGrpSpPr>
      <p:grpSpPr>
        <a:xfrm>
          <a:off x="0" y="0"/>
          <a:ext cx="0" cy="0"/>
          <a:chOff x="0" y="0"/>
          <a:chExt cx="0" cy="0"/>
        </a:xfrm>
      </p:grpSpPr>
      <p:pic>
        <p:nvPicPr>
          <p:cNvPr id="67" name="Google Shape;67;p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68" name="Google Shape;68;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pic>
        <p:nvPicPr>
          <p:cNvPr id="69" name="Google Shape;69;p8"/>
          <p:cNvPicPr preferRelativeResize="0"/>
          <p:nvPr/>
        </p:nvPicPr>
        <p:blipFill rotWithShape="1">
          <a:blip r:embed="rId3">
            <a:alphaModFix/>
          </a:blip>
          <a:srcRect b="22420" l="0" r="0" t="0"/>
          <a:stretch/>
        </p:blipFill>
        <p:spPr>
          <a:xfrm rot="5400000">
            <a:off x="-257665" y="461283"/>
            <a:ext cx="1768000" cy="1047800"/>
          </a:xfrm>
          <a:prstGeom prst="rect">
            <a:avLst/>
          </a:prstGeom>
          <a:noFill/>
          <a:ln>
            <a:noFill/>
          </a:ln>
        </p:spPr>
      </p:pic>
      <p:pic>
        <p:nvPicPr>
          <p:cNvPr id="70" name="Google Shape;70;p8"/>
          <p:cNvPicPr preferRelativeResize="0"/>
          <p:nvPr/>
        </p:nvPicPr>
        <p:blipFill>
          <a:blip r:embed="rId4">
            <a:alphaModFix/>
          </a:blip>
          <a:stretch>
            <a:fillRect/>
          </a:stretch>
        </p:blipFill>
        <p:spPr>
          <a:xfrm rot="10800000">
            <a:off x="7890675" y="0"/>
            <a:ext cx="1251550" cy="1251550"/>
          </a:xfrm>
          <a:prstGeom prst="rect">
            <a:avLst/>
          </a:prstGeom>
          <a:noFill/>
          <a:ln>
            <a:noFill/>
          </a:ln>
        </p:spPr>
      </p:pic>
      <p:grpSp>
        <p:nvGrpSpPr>
          <p:cNvPr id="71" name="Google Shape;71;p8"/>
          <p:cNvGrpSpPr/>
          <p:nvPr/>
        </p:nvGrpSpPr>
        <p:grpSpPr>
          <a:xfrm>
            <a:off x="3881699" y="4752250"/>
            <a:ext cx="5260526" cy="388025"/>
            <a:chOff x="3881699" y="4752250"/>
            <a:chExt cx="5260526" cy="388025"/>
          </a:xfrm>
        </p:grpSpPr>
        <p:pic>
          <p:nvPicPr>
            <p:cNvPr id="72" name="Google Shape;72;p8"/>
            <p:cNvPicPr preferRelativeResize="0"/>
            <p:nvPr/>
          </p:nvPicPr>
          <p:blipFill>
            <a:blip r:embed="rId5">
              <a:alphaModFix/>
            </a:blip>
            <a:stretch>
              <a:fillRect/>
            </a:stretch>
          </p:blipFill>
          <p:spPr>
            <a:xfrm rot="10800000">
              <a:off x="3881699" y="4752250"/>
              <a:ext cx="5260526" cy="388025"/>
            </a:xfrm>
            <a:prstGeom prst="rect">
              <a:avLst/>
            </a:prstGeom>
            <a:noFill/>
            <a:ln>
              <a:noFill/>
            </a:ln>
          </p:spPr>
        </p:pic>
        <p:pic>
          <p:nvPicPr>
            <p:cNvPr id="73" name="Google Shape;73;p8"/>
            <p:cNvPicPr preferRelativeResize="0"/>
            <p:nvPr/>
          </p:nvPicPr>
          <p:blipFill>
            <a:blip r:embed="rId6">
              <a:alphaModFix/>
            </a:blip>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4" name="Shape 74"/>
        <p:cNvGrpSpPr/>
        <p:nvPr/>
      </p:nvGrpSpPr>
      <p:grpSpPr>
        <a:xfrm>
          <a:off x="0" y="0"/>
          <a:ext cx="0" cy="0"/>
          <a:chOff x="0" y="0"/>
          <a:chExt cx="0" cy="0"/>
        </a:xfrm>
      </p:grpSpPr>
      <p:pic>
        <p:nvPicPr>
          <p:cNvPr id="75" name="Google Shape;75;p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76" name="Google Shape;76;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77" name="Google Shape;77;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78" name="Google Shape;78;p9"/>
          <p:cNvGrpSpPr/>
          <p:nvPr/>
        </p:nvGrpSpPr>
        <p:grpSpPr>
          <a:xfrm>
            <a:off x="-1" y="2100"/>
            <a:ext cx="9144001" cy="5141388"/>
            <a:chOff x="-1" y="2100"/>
            <a:chExt cx="9144001" cy="5141388"/>
          </a:xfrm>
        </p:grpSpPr>
        <p:pic>
          <p:nvPicPr>
            <p:cNvPr id="79" name="Google Shape;79;p9"/>
            <p:cNvPicPr preferRelativeResize="0"/>
            <p:nvPr/>
          </p:nvPicPr>
          <p:blipFill>
            <a:blip r:embed="rId3">
              <a:alphaModFix/>
            </a:blip>
            <a:stretch>
              <a:fillRect/>
            </a:stretch>
          </p:blipFill>
          <p:spPr>
            <a:xfrm flipH="1" rot="5400000">
              <a:off x="8171225" y="2100"/>
              <a:ext cx="972775" cy="972775"/>
            </a:xfrm>
            <a:prstGeom prst="rect">
              <a:avLst/>
            </a:prstGeom>
            <a:noFill/>
            <a:ln>
              <a:noFill/>
            </a:ln>
          </p:spPr>
        </p:pic>
        <p:pic>
          <p:nvPicPr>
            <p:cNvPr id="80" name="Google Shape;80;p9"/>
            <p:cNvPicPr preferRelativeResize="0"/>
            <p:nvPr/>
          </p:nvPicPr>
          <p:blipFill>
            <a:blip r:embed="rId4">
              <a:alphaModFix/>
            </a:blip>
            <a:stretch>
              <a:fillRect/>
            </a:stretch>
          </p:blipFill>
          <p:spPr>
            <a:xfrm flipH="1" rot="5400000">
              <a:off x="-1" y="4170713"/>
              <a:ext cx="972775" cy="972775"/>
            </a:xfrm>
            <a:prstGeom prst="rect">
              <a:avLst/>
            </a:prstGeom>
            <a:noFill/>
            <a:ln>
              <a:noFill/>
            </a:ln>
          </p:spPr>
        </p:pic>
      </p:grpSp>
      <p:grpSp>
        <p:nvGrpSpPr>
          <p:cNvPr id="81" name="Google Shape;81;p9"/>
          <p:cNvGrpSpPr/>
          <p:nvPr/>
        </p:nvGrpSpPr>
        <p:grpSpPr>
          <a:xfrm rot="10800000">
            <a:off x="0" y="2100"/>
            <a:ext cx="4881173" cy="365700"/>
            <a:chOff x="4261050" y="4610675"/>
            <a:chExt cx="4881173" cy="365700"/>
          </a:xfrm>
        </p:grpSpPr>
        <p:pic>
          <p:nvPicPr>
            <p:cNvPr id="82" name="Google Shape;82;p9"/>
            <p:cNvPicPr preferRelativeResize="0"/>
            <p:nvPr/>
          </p:nvPicPr>
          <p:blipFill>
            <a:blip r:embed="rId5">
              <a:alphaModFix/>
            </a:blip>
            <a:stretch>
              <a:fillRect/>
            </a:stretch>
          </p:blipFill>
          <p:spPr>
            <a:xfrm rot="10800000">
              <a:off x="4261050" y="4610675"/>
              <a:ext cx="4881173" cy="365700"/>
            </a:xfrm>
            <a:prstGeom prst="rect">
              <a:avLst/>
            </a:prstGeom>
            <a:noFill/>
            <a:ln>
              <a:noFill/>
            </a:ln>
          </p:spPr>
        </p:pic>
        <p:pic>
          <p:nvPicPr>
            <p:cNvPr id="83" name="Google Shape;83;p9"/>
            <p:cNvPicPr preferRelativeResize="0"/>
            <p:nvPr/>
          </p:nvPicPr>
          <p:blipFill>
            <a:blip r:embed="rId6">
              <a:alphaModFix/>
            </a:blip>
            <a:stretch>
              <a:fillRect/>
            </a:stretch>
          </p:blipFill>
          <p:spPr>
            <a:xfrm rot="10800000">
              <a:off x="7293388" y="4759030"/>
              <a:ext cx="1585464" cy="69000"/>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p10"/>
          <p:cNvSpPr/>
          <p:nvPr>
            <p:ph idx="2" type="pic"/>
          </p:nvPr>
        </p:nvSpPr>
        <p:spPr>
          <a:xfrm>
            <a:off x="0" y="0"/>
            <a:ext cx="9144000" cy="5143500"/>
          </a:xfrm>
          <a:prstGeom prst="rect">
            <a:avLst/>
          </a:prstGeom>
          <a:noFill/>
          <a:ln>
            <a:noFill/>
          </a:ln>
        </p:spPr>
      </p:sp>
      <p:sp>
        <p:nvSpPr>
          <p:cNvPr id="86" name="Google Shape;86;p10"/>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pic>
        <p:nvPicPr>
          <p:cNvPr id="88" name="Google Shape;88;p11"/>
          <p:cNvPicPr preferRelativeResize="0"/>
          <p:nvPr/>
        </p:nvPicPr>
        <p:blipFill>
          <a:blip r:embed="rId2">
            <a:alphaModFix/>
          </a:blip>
          <a:stretch>
            <a:fillRect/>
          </a:stretch>
        </p:blipFill>
        <p:spPr>
          <a:xfrm>
            <a:off x="-25" y="0"/>
            <a:ext cx="9144000" cy="5143500"/>
          </a:xfrm>
          <a:prstGeom prst="rect">
            <a:avLst/>
          </a:prstGeom>
          <a:noFill/>
          <a:ln>
            <a:noFill/>
          </a:ln>
        </p:spPr>
      </p:pic>
      <p:sp>
        <p:nvSpPr>
          <p:cNvPr id="89" name="Google Shape;89;p11"/>
          <p:cNvSpPr txBox="1"/>
          <p:nvPr>
            <p:ph hasCustomPrompt="1" type="title"/>
          </p:nvPr>
        </p:nvSpPr>
        <p:spPr>
          <a:xfrm>
            <a:off x="2476500" y="1872450"/>
            <a:ext cx="4191000" cy="10437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0" name="Google Shape;90;p11"/>
          <p:cNvSpPr txBox="1"/>
          <p:nvPr>
            <p:ph idx="1" type="subTitle"/>
          </p:nvPr>
        </p:nvSpPr>
        <p:spPr>
          <a:xfrm>
            <a:off x="2476500" y="2839950"/>
            <a:ext cx="4191000" cy="43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pic>
        <p:nvPicPr>
          <p:cNvPr id="91" name="Google Shape;91;p11"/>
          <p:cNvPicPr preferRelativeResize="0"/>
          <p:nvPr/>
        </p:nvPicPr>
        <p:blipFill>
          <a:blip r:embed="rId3">
            <a:alphaModFix/>
          </a:blip>
          <a:stretch>
            <a:fillRect/>
          </a:stretch>
        </p:blipFill>
        <p:spPr>
          <a:xfrm rot="5400000">
            <a:off x="-170784" y="263618"/>
            <a:ext cx="1768000" cy="1350575"/>
          </a:xfrm>
          <a:prstGeom prst="rect">
            <a:avLst/>
          </a:prstGeom>
          <a:noFill/>
          <a:ln>
            <a:noFill/>
          </a:ln>
        </p:spPr>
      </p:pic>
      <p:grpSp>
        <p:nvGrpSpPr>
          <p:cNvPr id="92" name="Google Shape;92;p11"/>
          <p:cNvGrpSpPr/>
          <p:nvPr/>
        </p:nvGrpSpPr>
        <p:grpSpPr>
          <a:xfrm flipH="1">
            <a:off x="0" y="0"/>
            <a:ext cx="9144000" cy="5158300"/>
            <a:chOff x="0" y="0"/>
            <a:chExt cx="9144000" cy="5158300"/>
          </a:xfrm>
        </p:grpSpPr>
        <p:pic>
          <p:nvPicPr>
            <p:cNvPr id="93" name="Google Shape;93;p11"/>
            <p:cNvPicPr preferRelativeResize="0"/>
            <p:nvPr/>
          </p:nvPicPr>
          <p:blipFill>
            <a:blip r:embed="rId4">
              <a:alphaModFix/>
            </a:blip>
            <a:stretch>
              <a:fillRect/>
            </a:stretch>
          </p:blipFill>
          <p:spPr>
            <a:xfrm>
              <a:off x="7892450" y="0"/>
              <a:ext cx="1251550" cy="1251550"/>
            </a:xfrm>
            <a:prstGeom prst="rect">
              <a:avLst/>
            </a:prstGeom>
            <a:noFill/>
            <a:ln>
              <a:noFill/>
            </a:ln>
          </p:spPr>
        </p:pic>
        <p:pic>
          <p:nvPicPr>
            <p:cNvPr id="94" name="Google Shape;94;p11"/>
            <p:cNvPicPr preferRelativeResize="0"/>
            <p:nvPr/>
          </p:nvPicPr>
          <p:blipFill>
            <a:blip r:embed="rId5">
              <a:alphaModFix/>
            </a:blip>
            <a:stretch>
              <a:fillRect/>
            </a:stretch>
          </p:blipFill>
          <p:spPr>
            <a:xfrm>
              <a:off x="0" y="3906750"/>
              <a:ext cx="1251550" cy="1251550"/>
            </a:xfrm>
            <a:prstGeom prst="rect">
              <a:avLst/>
            </a:prstGeom>
            <a:noFill/>
            <a:ln>
              <a:noFill/>
            </a:ln>
          </p:spPr>
        </p:pic>
      </p:grpSp>
      <p:grpSp>
        <p:nvGrpSpPr>
          <p:cNvPr id="95" name="Google Shape;95;p11"/>
          <p:cNvGrpSpPr/>
          <p:nvPr/>
        </p:nvGrpSpPr>
        <p:grpSpPr>
          <a:xfrm flipH="1">
            <a:off x="-5031" y="0"/>
            <a:ext cx="9149031" cy="5153900"/>
            <a:chOff x="0" y="0"/>
            <a:chExt cx="9149031" cy="5153900"/>
          </a:xfrm>
        </p:grpSpPr>
        <p:grpSp>
          <p:nvGrpSpPr>
            <p:cNvPr id="96" name="Google Shape;96;p11"/>
            <p:cNvGrpSpPr/>
            <p:nvPr/>
          </p:nvGrpSpPr>
          <p:grpSpPr>
            <a:xfrm>
              <a:off x="2633530" y="4624325"/>
              <a:ext cx="6515501" cy="529575"/>
              <a:chOff x="2633530" y="4624325"/>
              <a:chExt cx="6515501" cy="529575"/>
            </a:xfrm>
          </p:grpSpPr>
          <p:pic>
            <p:nvPicPr>
              <p:cNvPr id="97" name="Google Shape;97;p11"/>
              <p:cNvPicPr preferRelativeResize="0"/>
              <p:nvPr/>
            </p:nvPicPr>
            <p:blipFill>
              <a:blip r:embed="rId6">
                <a:alphaModFix/>
              </a:blip>
              <a:stretch>
                <a:fillRect/>
              </a:stretch>
            </p:blipFill>
            <p:spPr>
              <a:xfrm rot="10800000">
                <a:off x="2633530" y="4624325"/>
                <a:ext cx="6515501" cy="529575"/>
              </a:xfrm>
              <a:prstGeom prst="rect">
                <a:avLst/>
              </a:prstGeom>
              <a:noFill/>
              <a:ln>
                <a:noFill/>
              </a:ln>
            </p:spPr>
          </p:pic>
          <p:pic>
            <p:nvPicPr>
              <p:cNvPr id="98" name="Google Shape;98;p11"/>
              <p:cNvPicPr preferRelativeResize="0"/>
              <p:nvPr/>
            </p:nvPicPr>
            <p:blipFill>
              <a:blip r:embed="rId7">
                <a:alphaModFix/>
              </a:blip>
              <a:stretch>
                <a:fillRect/>
              </a:stretch>
            </p:blipFill>
            <p:spPr>
              <a:xfrm rot="10800000">
                <a:off x="7300206" y="4854618"/>
                <a:ext cx="1585464" cy="69000"/>
              </a:xfrm>
              <a:prstGeom prst="rect">
                <a:avLst/>
              </a:prstGeom>
              <a:noFill/>
              <a:ln>
                <a:noFill/>
              </a:ln>
            </p:spPr>
          </p:pic>
        </p:grpSp>
        <p:grpSp>
          <p:nvGrpSpPr>
            <p:cNvPr id="99" name="Google Shape;99;p11"/>
            <p:cNvGrpSpPr/>
            <p:nvPr/>
          </p:nvGrpSpPr>
          <p:grpSpPr>
            <a:xfrm>
              <a:off x="0" y="0"/>
              <a:ext cx="6523526" cy="536050"/>
              <a:chOff x="0" y="0"/>
              <a:chExt cx="6523526" cy="536050"/>
            </a:xfrm>
          </p:grpSpPr>
          <p:pic>
            <p:nvPicPr>
              <p:cNvPr id="100" name="Google Shape;100;p11"/>
              <p:cNvPicPr preferRelativeResize="0"/>
              <p:nvPr/>
            </p:nvPicPr>
            <p:blipFill>
              <a:blip r:embed="rId8">
                <a:alphaModFix/>
              </a:blip>
              <a:stretch>
                <a:fillRect/>
              </a:stretch>
            </p:blipFill>
            <p:spPr>
              <a:xfrm>
                <a:off x="0" y="0"/>
                <a:ext cx="6523526" cy="536050"/>
              </a:xfrm>
              <a:prstGeom prst="rect">
                <a:avLst/>
              </a:prstGeom>
              <a:noFill/>
              <a:ln>
                <a:noFill/>
              </a:ln>
            </p:spPr>
          </p:pic>
          <p:pic>
            <p:nvPicPr>
              <p:cNvPr id="101" name="Google Shape;101;p11"/>
              <p:cNvPicPr preferRelativeResize="0"/>
              <p:nvPr/>
            </p:nvPicPr>
            <p:blipFill>
              <a:blip r:embed="rId7">
                <a:alphaModFix/>
              </a:blip>
              <a:stretch>
                <a:fillRect/>
              </a:stretch>
            </p:blipFill>
            <p:spPr>
              <a:xfrm>
                <a:off x="265125" y="246605"/>
                <a:ext cx="1585464" cy="69000"/>
              </a:xfrm>
              <a:prstGeom prst="rect">
                <a:avLst/>
              </a:prstGeom>
              <a:noFill/>
              <a:ln>
                <a:noFill/>
              </a:ln>
            </p:spPr>
          </p:pic>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2" name="Shape 10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03" name="Shape 103"/>
        <p:cNvGrpSpPr/>
        <p:nvPr/>
      </p:nvGrpSpPr>
      <p:grpSpPr>
        <a:xfrm>
          <a:off x="0" y="0"/>
          <a:ext cx="0" cy="0"/>
          <a:chOff x="0" y="0"/>
          <a:chExt cx="0" cy="0"/>
        </a:xfrm>
      </p:grpSpPr>
      <p:pic>
        <p:nvPicPr>
          <p:cNvPr id="104" name="Google Shape;104;p13"/>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05" name="Google Shape;105;p1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6" name="Google Shape;106;p13"/>
          <p:cNvSpPr txBox="1"/>
          <p:nvPr>
            <p:ph hasCustomPrompt="1" idx="2" type="title"/>
          </p:nvPr>
        </p:nvSpPr>
        <p:spPr>
          <a:xfrm>
            <a:off x="3759205" y="1699096"/>
            <a:ext cx="694800" cy="6948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p:nvPr>
            <p:ph hasCustomPrompt="1" idx="3" type="title"/>
          </p:nvPr>
        </p:nvSpPr>
        <p:spPr>
          <a:xfrm>
            <a:off x="4690005" y="1699096"/>
            <a:ext cx="694800" cy="6948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p:nvPr>
            <p:ph hasCustomPrompt="1" idx="4" type="title"/>
          </p:nvPr>
        </p:nvSpPr>
        <p:spPr>
          <a:xfrm>
            <a:off x="3759193" y="2781754"/>
            <a:ext cx="694800" cy="6948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p:nvPr>
            <p:ph hasCustomPrompt="1" idx="5" type="title"/>
          </p:nvPr>
        </p:nvSpPr>
        <p:spPr>
          <a:xfrm>
            <a:off x="4689993" y="2781754"/>
            <a:ext cx="694800" cy="6948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p:nvPr>
            <p:ph hasCustomPrompt="1" idx="6" type="title"/>
          </p:nvPr>
        </p:nvSpPr>
        <p:spPr>
          <a:xfrm>
            <a:off x="3759207" y="3864413"/>
            <a:ext cx="694800" cy="6948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p:nvPr>
            <p:ph hasCustomPrompt="1" idx="7" type="title"/>
          </p:nvPr>
        </p:nvSpPr>
        <p:spPr>
          <a:xfrm>
            <a:off x="4690007" y="3864413"/>
            <a:ext cx="694800" cy="6948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p:nvPr>
            <p:ph idx="1" type="subTitle"/>
          </p:nvPr>
        </p:nvSpPr>
        <p:spPr>
          <a:xfrm>
            <a:off x="1280600" y="1699100"/>
            <a:ext cx="2288100" cy="69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400"/>
              <a:buNone/>
              <a:defRPr b="1" sz="1800">
                <a:solidFill>
                  <a:schemeClr val="dk1"/>
                </a:solidFill>
              </a:defRPr>
            </a:lvl1pPr>
            <a:lvl2pPr lvl="1" rtl="0">
              <a:lnSpc>
                <a:spcPct val="100000"/>
              </a:lnSpc>
              <a:spcBef>
                <a:spcPts val="0"/>
              </a:spcBef>
              <a:spcAft>
                <a:spcPts val="0"/>
              </a:spcAft>
              <a:buSzPts val="2400"/>
              <a:buNone/>
              <a:defRPr b="1" sz="2400"/>
            </a:lvl2pPr>
            <a:lvl3pPr lvl="2" rtl="0">
              <a:lnSpc>
                <a:spcPct val="100000"/>
              </a:lnSpc>
              <a:spcBef>
                <a:spcPts val="0"/>
              </a:spcBef>
              <a:spcAft>
                <a:spcPts val="0"/>
              </a:spcAft>
              <a:buSzPts val="2400"/>
              <a:buNone/>
              <a:defRPr b="1" sz="2400"/>
            </a:lvl3pPr>
            <a:lvl4pPr lvl="3" rtl="0">
              <a:lnSpc>
                <a:spcPct val="100000"/>
              </a:lnSpc>
              <a:spcBef>
                <a:spcPts val="0"/>
              </a:spcBef>
              <a:spcAft>
                <a:spcPts val="0"/>
              </a:spcAft>
              <a:buSzPts val="2400"/>
              <a:buNone/>
              <a:defRPr b="1" sz="2400"/>
            </a:lvl4pPr>
            <a:lvl5pPr lvl="4" rtl="0">
              <a:lnSpc>
                <a:spcPct val="100000"/>
              </a:lnSpc>
              <a:spcBef>
                <a:spcPts val="0"/>
              </a:spcBef>
              <a:spcAft>
                <a:spcPts val="0"/>
              </a:spcAft>
              <a:buSzPts val="2400"/>
              <a:buNone/>
              <a:defRPr b="1" sz="2400"/>
            </a:lvl5pPr>
            <a:lvl6pPr lvl="5" rtl="0">
              <a:lnSpc>
                <a:spcPct val="100000"/>
              </a:lnSpc>
              <a:spcBef>
                <a:spcPts val="0"/>
              </a:spcBef>
              <a:spcAft>
                <a:spcPts val="0"/>
              </a:spcAft>
              <a:buSzPts val="2400"/>
              <a:buNone/>
              <a:defRPr b="1" sz="2400"/>
            </a:lvl6pPr>
            <a:lvl7pPr lvl="6" rtl="0">
              <a:lnSpc>
                <a:spcPct val="100000"/>
              </a:lnSpc>
              <a:spcBef>
                <a:spcPts val="0"/>
              </a:spcBef>
              <a:spcAft>
                <a:spcPts val="0"/>
              </a:spcAft>
              <a:buSzPts val="2400"/>
              <a:buNone/>
              <a:defRPr b="1" sz="2400"/>
            </a:lvl7pPr>
            <a:lvl8pPr lvl="7" rtl="0">
              <a:lnSpc>
                <a:spcPct val="100000"/>
              </a:lnSpc>
              <a:spcBef>
                <a:spcPts val="0"/>
              </a:spcBef>
              <a:spcAft>
                <a:spcPts val="0"/>
              </a:spcAft>
              <a:buSzPts val="2400"/>
              <a:buNone/>
              <a:defRPr b="1" sz="2400"/>
            </a:lvl8pPr>
            <a:lvl9pPr lvl="8" rtl="0">
              <a:lnSpc>
                <a:spcPct val="100000"/>
              </a:lnSpc>
              <a:spcBef>
                <a:spcPts val="0"/>
              </a:spcBef>
              <a:spcAft>
                <a:spcPts val="0"/>
              </a:spcAft>
              <a:buSzPts val="2400"/>
              <a:buNone/>
              <a:defRPr b="1" sz="2400"/>
            </a:lvl9pPr>
          </a:lstStyle>
          <a:p/>
        </p:txBody>
      </p:sp>
      <p:sp>
        <p:nvSpPr>
          <p:cNvPr id="113" name="Google Shape;113;p13"/>
          <p:cNvSpPr txBox="1"/>
          <p:nvPr>
            <p:ph idx="8" type="subTitle"/>
          </p:nvPr>
        </p:nvSpPr>
        <p:spPr>
          <a:xfrm>
            <a:off x="1280600" y="2781762"/>
            <a:ext cx="2288100" cy="69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400"/>
              <a:buNone/>
              <a:defRPr b="1" sz="1800">
                <a:solidFill>
                  <a:schemeClr val="dk1"/>
                </a:solidFill>
              </a:defRPr>
            </a:lvl1pPr>
            <a:lvl2pPr lvl="1" rtl="0">
              <a:lnSpc>
                <a:spcPct val="100000"/>
              </a:lnSpc>
              <a:spcBef>
                <a:spcPts val="0"/>
              </a:spcBef>
              <a:spcAft>
                <a:spcPts val="0"/>
              </a:spcAft>
              <a:buSzPts val="2400"/>
              <a:buNone/>
              <a:defRPr b="1" sz="2400"/>
            </a:lvl2pPr>
            <a:lvl3pPr lvl="2" rtl="0">
              <a:lnSpc>
                <a:spcPct val="100000"/>
              </a:lnSpc>
              <a:spcBef>
                <a:spcPts val="0"/>
              </a:spcBef>
              <a:spcAft>
                <a:spcPts val="0"/>
              </a:spcAft>
              <a:buSzPts val="2400"/>
              <a:buNone/>
              <a:defRPr b="1" sz="2400"/>
            </a:lvl3pPr>
            <a:lvl4pPr lvl="3" rtl="0">
              <a:lnSpc>
                <a:spcPct val="100000"/>
              </a:lnSpc>
              <a:spcBef>
                <a:spcPts val="0"/>
              </a:spcBef>
              <a:spcAft>
                <a:spcPts val="0"/>
              </a:spcAft>
              <a:buSzPts val="2400"/>
              <a:buNone/>
              <a:defRPr b="1" sz="2400"/>
            </a:lvl4pPr>
            <a:lvl5pPr lvl="4" rtl="0">
              <a:lnSpc>
                <a:spcPct val="100000"/>
              </a:lnSpc>
              <a:spcBef>
                <a:spcPts val="0"/>
              </a:spcBef>
              <a:spcAft>
                <a:spcPts val="0"/>
              </a:spcAft>
              <a:buSzPts val="2400"/>
              <a:buNone/>
              <a:defRPr b="1" sz="2400"/>
            </a:lvl5pPr>
            <a:lvl6pPr lvl="5" rtl="0">
              <a:lnSpc>
                <a:spcPct val="100000"/>
              </a:lnSpc>
              <a:spcBef>
                <a:spcPts val="0"/>
              </a:spcBef>
              <a:spcAft>
                <a:spcPts val="0"/>
              </a:spcAft>
              <a:buSzPts val="2400"/>
              <a:buNone/>
              <a:defRPr b="1" sz="2400"/>
            </a:lvl6pPr>
            <a:lvl7pPr lvl="6" rtl="0">
              <a:lnSpc>
                <a:spcPct val="100000"/>
              </a:lnSpc>
              <a:spcBef>
                <a:spcPts val="0"/>
              </a:spcBef>
              <a:spcAft>
                <a:spcPts val="0"/>
              </a:spcAft>
              <a:buSzPts val="2400"/>
              <a:buNone/>
              <a:defRPr b="1" sz="2400"/>
            </a:lvl7pPr>
            <a:lvl8pPr lvl="7" rtl="0">
              <a:lnSpc>
                <a:spcPct val="100000"/>
              </a:lnSpc>
              <a:spcBef>
                <a:spcPts val="0"/>
              </a:spcBef>
              <a:spcAft>
                <a:spcPts val="0"/>
              </a:spcAft>
              <a:buSzPts val="2400"/>
              <a:buNone/>
              <a:defRPr b="1" sz="2400"/>
            </a:lvl8pPr>
            <a:lvl9pPr lvl="8" rtl="0">
              <a:lnSpc>
                <a:spcPct val="100000"/>
              </a:lnSpc>
              <a:spcBef>
                <a:spcPts val="0"/>
              </a:spcBef>
              <a:spcAft>
                <a:spcPts val="0"/>
              </a:spcAft>
              <a:buSzPts val="2400"/>
              <a:buNone/>
              <a:defRPr b="1" sz="2400"/>
            </a:lvl9pPr>
          </a:lstStyle>
          <a:p/>
        </p:txBody>
      </p:sp>
      <p:sp>
        <p:nvSpPr>
          <p:cNvPr id="114" name="Google Shape;114;p13"/>
          <p:cNvSpPr txBox="1"/>
          <p:nvPr>
            <p:ph idx="9" type="subTitle"/>
          </p:nvPr>
        </p:nvSpPr>
        <p:spPr>
          <a:xfrm>
            <a:off x="1280600" y="3864423"/>
            <a:ext cx="2288100" cy="69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400"/>
              <a:buNone/>
              <a:defRPr b="1" sz="1800">
                <a:solidFill>
                  <a:schemeClr val="dk1"/>
                </a:solidFill>
              </a:defRPr>
            </a:lvl1pPr>
            <a:lvl2pPr lvl="1" rtl="0">
              <a:lnSpc>
                <a:spcPct val="100000"/>
              </a:lnSpc>
              <a:spcBef>
                <a:spcPts val="0"/>
              </a:spcBef>
              <a:spcAft>
                <a:spcPts val="0"/>
              </a:spcAft>
              <a:buSzPts val="2400"/>
              <a:buNone/>
              <a:defRPr b="1" sz="2400"/>
            </a:lvl2pPr>
            <a:lvl3pPr lvl="2" rtl="0">
              <a:lnSpc>
                <a:spcPct val="100000"/>
              </a:lnSpc>
              <a:spcBef>
                <a:spcPts val="0"/>
              </a:spcBef>
              <a:spcAft>
                <a:spcPts val="0"/>
              </a:spcAft>
              <a:buSzPts val="2400"/>
              <a:buNone/>
              <a:defRPr b="1" sz="2400"/>
            </a:lvl3pPr>
            <a:lvl4pPr lvl="3" rtl="0">
              <a:lnSpc>
                <a:spcPct val="100000"/>
              </a:lnSpc>
              <a:spcBef>
                <a:spcPts val="0"/>
              </a:spcBef>
              <a:spcAft>
                <a:spcPts val="0"/>
              </a:spcAft>
              <a:buSzPts val="2400"/>
              <a:buNone/>
              <a:defRPr b="1" sz="2400"/>
            </a:lvl4pPr>
            <a:lvl5pPr lvl="4" rtl="0">
              <a:lnSpc>
                <a:spcPct val="100000"/>
              </a:lnSpc>
              <a:spcBef>
                <a:spcPts val="0"/>
              </a:spcBef>
              <a:spcAft>
                <a:spcPts val="0"/>
              </a:spcAft>
              <a:buSzPts val="2400"/>
              <a:buNone/>
              <a:defRPr b="1" sz="2400"/>
            </a:lvl5pPr>
            <a:lvl6pPr lvl="5" rtl="0">
              <a:lnSpc>
                <a:spcPct val="100000"/>
              </a:lnSpc>
              <a:spcBef>
                <a:spcPts val="0"/>
              </a:spcBef>
              <a:spcAft>
                <a:spcPts val="0"/>
              </a:spcAft>
              <a:buSzPts val="2400"/>
              <a:buNone/>
              <a:defRPr b="1" sz="2400"/>
            </a:lvl6pPr>
            <a:lvl7pPr lvl="6" rtl="0">
              <a:lnSpc>
                <a:spcPct val="100000"/>
              </a:lnSpc>
              <a:spcBef>
                <a:spcPts val="0"/>
              </a:spcBef>
              <a:spcAft>
                <a:spcPts val="0"/>
              </a:spcAft>
              <a:buSzPts val="2400"/>
              <a:buNone/>
              <a:defRPr b="1" sz="2400"/>
            </a:lvl7pPr>
            <a:lvl8pPr lvl="7" rtl="0">
              <a:lnSpc>
                <a:spcPct val="100000"/>
              </a:lnSpc>
              <a:spcBef>
                <a:spcPts val="0"/>
              </a:spcBef>
              <a:spcAft>
                <a:spcPts val="0"/>
              </a:spcAft>
              <a:buSzPts val="2400"/>
              <a:buNone/>
              <a:defRPr b="1" sz="2400"/>
            </a:lvl8pPr>
            <a:lvl9pPr lvl="8" rtl="0">
              <a:lnSpc>
                <a:spcPct val="100000"/>
              </a:lnSpc>
              <a:spcBef>
                <a:spcPts val="0"/>
              </a:spcBef>
              <a:spcAft>
                <a:spcPts val="0"/>
              </a:spcAft>
              <a:buSzPts val="2400"/>
              <a:buNone/>
              <a:defRPr b="1" sz="2400"/>
            </a:lvl9pPr>
          </a:lstStyle>
          <a:p/>
        </p:txBody>
      </p:sp>
      <p:sp>
        <p:nvSpPr>
          <p:cNvPr id="115" name="Google Shape;115;p13"/>
          <p:cNvSpPr txBox="1"/>
          <p:nvPr>
            <p:ph idx="13" type="subTitle"/>
          </p:nvPr>
        </p:nvSpPr>
        <p:spPr>
          <a:xfrm>
            <a:off x="5575300" y="1699096"/>
            <a:ext cx="2288100" cy="69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nSpc>
                <a:spcPct val="100000"/>
              </a:lnSpc>
              <a:spcBef>
                <a:spcPts val="0"/>
              </a:spcBef>
              <a:spcAft>
                <a:spcPts val="0"/>
              </a:spcAft>
              <a:buSzPts val="2400"/>
              <a:buNone/>
              <a:defRPr b="1" sz="2400"/>
            </a:lvl2pPr>
            <a:lvl3pPr lvl="2" rtl="0">
              <a:lnSpc>
                <a:spcPct val="100000"/>
              </a:lnSpc>
              <a:spcBef>
                <a:spcPts val="0"/>
              </a:spcBef>
              <a:spcAft>
                <a:spcPts val="0"/>
              </a:spcAft>
              <a:buSzPts val="2400"/>
              <a:buNone/>
              <a:defRPr b="1" sz="2400"/>
            </a:lvl3pPr>
            <a:lvl4pPr lvl="3" rtl="0">
              <a:lnSpc>
                <a:spcPct val="100000"/>
              </a:lnSpc>
              <a:spcBef>
                <a:spcPts val="0"/>
              </a:spcBef>
              <a:spcAft>
                <a:spcPts val="0"/>
              </a:spcAft>
              <a:buSzPts val="2400"/>
              <a:buNone/>
              <a:defRPr b="1" sz="2400"/>
            </a:lvl4pPr>
            <a:lvl5pPr lvl="4" rtl="0">
              <a:lnSpc>
                <a:spcPct val="100000"/>
              </a:lnSpc>
              <a:spcBef>
                <a:spcPts val="0"/>
              </a:spcBef>
              <a:spcAft>
                <a:spcPts val="0"/>
              </a:spcAft>
              <a:buSzPts val="2400"/>
              <a:buNone/>
              <a:defRPr b="1" sz="2400"/>
            </a:lvl5pPr>
            <a:lvl6pPr lvl="5" rtl="0">
              <a:lnSpc>
                <a:spcPct val="100000"/>
              </a:lnSpc>
              <a:spcBef>
                <a:spcPts val="0"/>
              </a:spcBef>
              <a:spcAft>
                <a:spcPts val="0"/>
              </a:spcAft>
              <a:buSzPts val="2400"/>
              <a:buNone/>
              <a:defRPr b="1" sz="2400"/>
            </a:lvl6pPr>
            <a:lvl7pPr lvl="6" rtl="0">
              <a:lnSpc>
                <a:spcPct val="100000"/>
              </a:lnSpc>
              <a:spcBef>
                <a:spcPts val="0"/>
              </a:spcBef>
              <a:spcAft>
                <a:spcPts val="0"/>
              </a:spcAft>
              <a:buSzPts val="2400"/>
              <a:buNone/>
              <a:defRPr b="1" sz="2400"/>
            </a:lvl7pPr>
            <a:lvl8pPr lvl="7" rtl="0">
              <a:lnSpc>
                <a:spcPct val="100000"/>
              </a:lnSpc>
              <a:spcBef>
                <a:spcPts val="0"/>
              </a:spcBef>
              <a:spcAft>
                <a:spcPts val="0"/>
              </a:spcAft>
              <a:buSzPts val="2400"/>
              <a:buNone/>
              <a:defRPr b="1" sz="2400"/>
            </a:lvl8pPr>
            <a:lvl9pPr lvl="8" rtl="0">
              <a:lnSpc>
                <a:spcPct val="100000"/>
              </a:lnSpc>
              <a:spcBef>
                <a:spcPts val="0"/>
              </a:spcBef>
              <a:spcAft>
                <a:spcPts val="0"/>
              </a:spcAft>
              <a:buSzPts val="2400"/>
              <a:buNone/>
              <a:defRPr b="1" sz="2400"/>
            </a:lvl9pPr>
          </a:lstStyle>
          <a:p/>
        </p:txBody>
      </p:sp>
      <p:sp>
        <p:nvSpPr>
          <p:cNvPr id="116" name="Google Shape;116;p13"/>
          <p:cNvSpPr txBox="1"/>
          <p:nvPr>
            <p:ph idx="14" type="subTitle"/>
          </p:nvPr>
        </p:nvSpPr>
        <p:spPr>
          <a:xfrm>
            <a:off x="5575300" y="2781754"/>
            <a:ext cx="2288100" cy="69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nSpc>
                <a:spcPct val="100000"/>
              </a:lnSpc>
              <a:spcBef>
                <a:spcPts val="0"/>
              </a:spcBef>
              <a:spcAft>
                <a:spcPts val="0"/>
              </a:spcAft>
              <a:buSzPts val="2400"/>
              <a:buNone/>
              <a:defRPr b="1" sz="2400"/>
            </a:lvl2pPr>
            <a:lvl3pPr lvl="2" rtl="0">
              <a:lnSpc>
                <a:spcPct val="100000"/>
              </a:lnSpc>
              <a:spcBef>
                <a:spcPts val="0"/>
              </a:spcBef>
              <a:spcAft>
                <a:spcPts val="0"/>
              </a:spcAft>
              <a:buSzPts val="2400"/>
              <a:buNone/>
              <a:defRPr b="1" sz="2400"/>
            </a:lvl3pPr>
            <a:lvl4pPr lvl="3" rtl="0">
              <a:lnSpc>
                <a:spcPct val="100000"/>
              </a:lnSpc>
              <a:spcBef>
                <a:spcPts val="0"/>
              </a:spcBef>
              <a:spcAft>
                <a:spcPts val="0"/>
              </a:spcAft>
              <a:buSzPts val="2400"/>
              <a:buNone/>
              <a:defRPr b="1" sz="2400"/>
            </a:lvl4pPr>
            <a:lvl5pPr lvl="4" rtl="0">
              <a:lnSpc>
                <a:spcPct val="100000"/>
              </a:lnSpc>
              <a:spcBef>
                <a:spcPts val="0"/>
              </a:spcBef>
              <a:spcAft>
                <a:spcPts val="0"/>
              </a:spcAft>
              <a:buSzPts val="2400"/>
              <a:buNone/>
              <a:defRPr b="1" sz="2400"/>
            </a:lvl5pPr>
            <a:lvl6pPr lvl="5" rtl="0">
              <a:lnSpc>
                <a:spcPct val="100000"/>
              </a:lnSpc>
              <a:spcBef>
                <a:spcPts val="0"/>
              </a:spcBef>
              <a:spcAft>
                <a:spcPts val="0"/>
              </a:spcAft>
              <a:buSzPts val="2400"/>
              <a:buNone/>
              <a:defRPr b="1" sz="2400"/>
            </a:lvl6pPr>
            <a:lvl7pPr lvl="6" rtl="0">
              <a:lnSpc>
                <a:spcPct val="100000"/>
              </a:lnSpc>
              <a:spcBef>
                <a:spcPts val="0"/>
              </a:spcBef>
              <a:spcAft>
                <a:spcPts val="0"/>
              </a:spcAft>
              <a:buSzPts val="2400"/>
              <a:buNone/>
              <a:defRPr b="1" sz="2400"/>
            </a:lvl7pPr>
            <a:lvl8pPr lvl="7" rtl="0">
              <a:lnSpc>
                <a:spcPct val="100000"/>
              </a:lnSpc>
              <a:spcBef>
                <a:spcPts val="0"/>
              </a:spcBef>
              <a:spcAft>
                <a:spcPts val="0"/>
              </a:spcAft>
              <a:buSzPts val="2400"/>
              <a:buNone/>
              <a:defRPr b="1" sz="2400"/>
            </a:lvl8pPr>
            <a:lvl9pPr lvl="8" rtl="0">
              <a:lnSpc>
                <a:spcPct val="100000"/>
              </a:lnSpc>
              <a:spcBef>
                <a:spcPts val="0"/>
              </a:spcBef>
              <a:spcAft>
                <a:spcPts val="0"/>
              </a:spcAft>
              <a:buSzPts val="2400"/>
              <a:buNone/>
              <a:defRPr b="1" sz="2400"/>
            </a:lvl9pPr>
          </a:lstStyle>
          <a:p/>
        </p:txBody>
      </p:sp>
      <p:sp>
        <p:nvSpPr>
          <p:cNvPr id="117" name="Google Shape;117;p13"/>
          <p:cNvSpPr txBox="1"/>
          <p:nvPr>
            <p:ph idx="15" type="subTitle"/>
          </p:nvPr>
        </p:nvSpPr>
        <p:spPr>
          <a:xfrm>
            <a:off x="5575300" y="3864413"/>
            <a:ext cx="2288100" cy="69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nSpc>
                <a:spcPct val="100000"/>
              </a:lnSpc>
              <a:spcBef>
                <a:spcPts val="0"/>
              </a:spcBef>
              <a:spcAft>
                <a:spcPts val="0"/>
              </a:spcAft>
              <a:buSzPts val="2400"/>
              <a:buNone/>
              <a:defRPr b="1" sz="2400"/>
            </a:lvl2pPr>
            <a:lvl3pPr lvl="2" rtl="0">
              <a:lnSpc>
                <a:spcPct val="100000"/>
              </a:lnSpc>
              <a:spcBef>
                <a:spcPts val="0"/>
              </a:spcBef>
              <a:spcAft>
                <a:spcPts val="0"/>
              </a:spcAft>
              <a:buSzPts val="2400"/>
              <a:buNone/>
              <a:defRPr b="1" sz="2400"/>
            </a:lvl3pPr>
            <a:lvl4pPr lvl="3" rtl="0">
              <a:lnSpc>
                <a:spcPct val="100000"/>
              </a:lnSpc>
              <a:spcBef>
                <a:spcPts val="0"/>
              </a:spcBef>
              <a:spcAft>
                <a:spcPts val="0"/>
              </a:spcAft>
              <a:buSzPts val="2400"/>
              <a:buNone/>
              <a:defRPr b="1" sz="2400"/>
            </a:lvl4pPr>
            <a:lvl5pPr lvl="4" rtl="0">
              <a:lnSpc>
                <a:spcPct val="100000"/>
              </a:lnSpc>
              <a:spcBef>
                <a:spcPts val="0"/>
              </a:spcBef>
              <a:spcAft>
                <a:spcPts val="0"/>
              </a:spcAft>
              <a:buSzPts val="2400"/>
              <a:buNone/>
              <a:defRPr b="1" sz="2400"/>
            </a:lvl5pPr>
            <a:lvl6pPr lvl="5" rtl="0">
              <a:lnSpc>
                <a:spcPct val="100000"/>
              </a:lnSpc>
              <a:spcBef>
                <a:spcPts val="0"/>
              </a:spcBef>
              <a:spcAft>
                <a:spcPts val="0"/>
              </a:spcAft>
              <a:buSzPts val="2400"/>
              <a:buNone/>
              <a:defRPr b="1" sz="2400"/>
            </a:lvl6pPr>
            <a:lvl7pPr lvl="6" rtl="0">
              <a:lnSpc>
                <a:spcPct val="100000"/>
              </a:lnSpc>
              <a:spcBef>
                <a:spcPts val="0"/>
              </a:spcBef>
              <a:spcAft>
                <a:spcPts val="0"/>
              </a:spcAft>
              <a:buSzPts val="2400"/>
              <a:buNone/>
              <a:defRPr b="1" sz="2400"/>
            </a:lvl7pPr>
            <a:lvl8pPr lvl="7" rtl="0">
              <a:lnSpc>
                <a:spcPct val="100000"/>
              </a:lnSpc>
              <a:spcBef>
                <a:spcPts val="0"/>
              </a:spcBef>
              <a:spcAft>
                <a:spcPts val="0"/>
              </a:spcAft>
              <a:buSzPts val="2400"/>
              <a:buNone/>
              <a:defRPr b="1" sz="2400"/>
            </a:lvl8pPr>
            <a:lvl9pPr lvl="8" rtl="0">
              <a:lnSpc>
                <a:spcPct val="100000"/>
              </a:lnSpc>
              <a:spcBef>
                <a:spcPts val="0"/>
              </a:spcBef>
              <a:spcAft>
                <a:spcPts val="0"/>
              </a:spcAft>
              <a:buSzPts val="2400"/>
              <a:buNone/>
              <a:defRPr b="1" sz="2400"/>
            </a:lvl9pPr>
          </a:lstStyle>
          <a:p/>
        </p:txBody>
      </p:sp>
      <p:grpSp>
        <p:nvGrpSpPr>
          <p:cNvPr id="118" name="Google Shape;118;p13"/>
          <p:cNvGrpSpPr/>
          <p:nvPr/>
        </p:nvGrpSpPr>
        <p:grpSpPr>
          <a:xfrm flipH="1">
            <a:off x="2620475" y="0"/>
            <a:ext cx="6523526" cy="369900"/>
            <a:chOff x="0" y="0"/>
            <a:chExt cx="6523526" cy="369900"/>
          </a:xfrm>
        </p:grpSpPr>
        <p:pic>
          <p:nvPicPr>
            <p:cNvPr id="119" name="Google Shape;119;p13"/>
            <p:cNvPicPr preferRelativeResize="0"/>
            <p:nvPr/>
          </p:nvPicPr>
          <p:blipFill>
            <a:blip r:embed="rId3">
              <a:alphaModFix/>
            </a:blip>
            <a:stretch>
              <a:fillRect/>
            </a:stretch>
          </p:blipFill>
          <p:spPr>
            <a:xfrm>
              <a:off x="0" y="0"/>
              <a:ext cx="6523526" cy="369900"/>
            </a:xfrm>
            <a:prstGeom prst="rect">
              <a:avLst/>
            </a:prstGeom>
            <a:noFill/>
            <a:ln>
              <a:noFill/>
            </a:ln>
          </p:spPr>
        </p:pic>
        <p:pic>
          <p:nvPicPr>
            <p:cNvPr id="120" name="Google Shape;120;p13"/>
            <p:cNvPicPr preferRelativeResize="0"/>
            <p:nvPr/>
          </p:nvPicPr>
          <p:blipFill>
            <a:blip r:embed="rId4">
              <a:alphaModFix/>
            </a:blip>
            <a:stretch>
              <a:fillRect/>
            </a:stretch>
          </p:blipFill>
          <p:spPr>
            <a:xfrm>
              <a:off x="265125" y="150455"/>
              <a:ext cx="1585464" cy="69000"/>
            </a:xfrm>
            <a:prstGeom prst="rect">
              <a:avLst/>
            </a:prstGeom>
            <a:noFill/>
            <a:ln>
              <a:noFill/>
            </a:ln>
          </p:spPr>
        </p:pic>
      </p:grpSp>
      <p:grpSp>
        <p:nvGrpSpPr>
          <p:cNvPr id="121" name="Google Shape;121;p13"/>
          <p:cNvGrpSpPr/>
          <p:nvPr/>
        </p:nvGrpSpPr>
        <p:grpSpPr>
          <a:xfrm flipH="1">
            <a:off x="0" y="0"/>
            <a:ext cx="9144000" cy="5143512"/>
            <a:chOff x="0" y="0"/>
            <a:chExt cx="9144000" cy="5143512"/>
          </a:xfrm>
        </p:grpSpPr>
        <p:pic>
          <p:nvPicPr>
            <p:cNvPr id="122" name="Google Shape;122;p13"/>
            <p:cNvPicPr preferRelativeResize="0"/>
            <p:nvPr/>
          </p:nvPicPr>
          <p:blipFill>
            <a:blip r:embed="rId5">
              <a:alphaModFix/>
            </a:blip>
            <a:stretch>
              <a:fillRect/>
            </a:stretch>
          </p:blipFill>
          <p:spPr>
            <a:xfrm>
              <a:off x="8171225" y="0"/>
              <a:ext cx="972775" cy="972775"/>
            </a:xfrm>
            <a:prstGeom prst="rect">
              <a:avLst/>
            </a:prstGeom>
            <a:noFill/>
            <a:ln>
              <a:noFill/>
            </a:ln>
          </p:spPr>
        </p:pic>
        <p:pic>
          <p:nvPicPr>
            <p:cNvPr id="123" name="Google Shape;123;p13"/>
            <p:cNvPicPr preferRelativeResize="0"/>
            <p:nvPr/>
          </p:nvPicPr>
          <p:blipFill>
            <a:blip r:embed="rId6">
              <a:alphaModFix/>
            </a:blip>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24" name="Shape 124"/>
        <p:cNvGrpSpPr/>
        <p:nvPr/>
      </p:nvGrpSpPr>
      <p:grpSpPr>
        <a:xfrm>
          <a:off x="0" y="0"/>
          <a:ext cx="0" cy="0"/>
          <a:chOff x="0" y="0"/>
          <a:chExt cx="0" cy="0"/>
        </a:xfrm>
      </p:grpSpPr>
      <p:pic>
        <p:nvPicPr>
          <p:cNvPr id="125" name="Google Shape;125;p14"/>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26" name="Google Shape;126;p14"/>
          <p:cNvSpPr txBox="1"/>
          <p:nvPr>
            <p:ph type="title"/>
          </p:nvPr>
        </p:nvSpPr>
        <p:spPr>
          <a:xfrm>
            <a:off x="3835425" y="801507"/>
            <a:ext cx="4089300" cy="1055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7" name="Google Shape;127;p14"/>
          <p:cNvSpPr txBox="1"/>
          <p:nvPr>
            <p:ph idx="1" type="subTitle"/>
          </p:nvPr>
        </p:nvSpPr>
        <p:spPr>
          <a:xfrm>
            <a:off x="3835425" y="1898175"/>
            <a:ext cx="4089300" cy="213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0"/>
              </a:spcBef>
              <a:spcAft>
                <a:spcPts val="0"/>
              </a:spcAft>
              <a:buSzPts val="1200"/>
              <a:buAutoNum type="alphaLcPeriod"/>
              <a:defRPr/>
            </a:lvl2pPr>
            <a:lvl3pPr lvl="2" rtl="0" algn="ctr">
              <a:lnSpc>
                <a:spcPct val="100000"/>
              </a:lnSpc>
              <a:spcBef>
                <a:spcPts val="0"/>
              </a:spcBef>
              <a:spcAft>
                <a:spcPts val="0"/>
              </a:spcAft>
              <a:buSzPts val="1200"/>
              <a:buAutoNum type="romanLcPeriod"/>
              <a:defRPr/>
            </a:lvl3pPr>
            <a:lvl4pPr lvl="3" rtl="0" algn="ctr">
              <a:lnSpc>
                <a:spcPct val="100000"/>
              </a:lnSpc>
              <a:spcBef>
                <a:spcPts val="0"/>
              </a:spcBef>
              <a:spcAft>
                <a:spcPts val="0"/>
              </a:spcAft>
              <a:buSzPts val="1200"/>
              <a:buAutoNum type="arabicPeriod"/>
              <a:defRPr/>
            </a:lvl4pPr>
            <a:lvl5pPr lvl="4" rtl="0" algn="ctr">
              <a:lnSpc>
                <a:spcPct val="100000"/>
              </a:lnSpc>
              <a:spcBef>
                <a:spcPts val="0"/>
              </a:spcBef>
              <a:spcAft>
                <a:spcPts val="0"/>
              </a:spcAft>
              <a:buSzPts val="1200"/>
              <a:buAutoNum type="alphaLcPeriod"/>
              <a:defRPr/>
            </a:lvl5pPr>
            <a:lvl6pPr lvl="5" rtl="0" algn="ctr">
              <a:lnSpc>
                <a:spcPct val="100000"/>
              </a:lnSpc>
              <a:spcBef>
                <a:spcPts val="0"/>
              </a:spcBef>
              <a:spcAft>
                <a:spcPts val="0"/>
              </a:spcAft>
              <a:buSzPts val="1200"/>
              <a:buAutoNum type="romanLcPeriod"/>
              <a:defRPr/>
            </a:lvl6pPr>
            <a:lvl7pPr lvl="6" rtl="0" algn="ctr">
              <a:lnSpc>
                <a:spcPct val="100000"/>
              </a:lnSpc>
              <a:spcBef>
                <a:spcPts val="0"/>
              </a:spcBef>
              <a:spcAft>
                <a:spcPts val="0"/>
              </a:spcAft>
              <a:buSzPts val="1200"/>
              <a:buAutoNum type="arabicPeriod"/>
              <a:defRPr/>
            </a:lvl7pPr>
            <a:lvl8pPr lvl="7" rtl="0" algn="ctr">
              <a:lnSpc>
                <a:spcPct val="100000"/>
              </a:lnSpc>
              <a:spcBef>
                <a:spcPts val="0"/>
              </a:spcBef>
              <a:spcAft>
                <a:spcPts val="0"/>
              </a:spcAft>
              <a:buSzPts val="1200"/>
              <a:buAutoNum type="alphaLcPeriod"/>
              <a:defRPr/>
            </a:lvl8pPr>
            <a:lvl9pPr lvl="8" rtl="0" algn="ctr">
              <a:lnSpc>
                <a:spcPct val="100000"/>
              </a:lnSpc>
              <a:spcBef>
                <a:spcPts val="0"/>
              </a:spcBef>
              <a:spcAft>
                <a:spcPts val="0"/>
              </a:spcAft>
              <a:buSzPts val="1200"/>
              <a:buAutoNum type="romanLcPeriod"/>
              <a:defRPr/>
            </a:lvl9pPr>
          </a:lstStyle>
          <a:p/>
        </p:txBody>
      </p:sp>
      <p:pic>
        <p:nvPicPr>
          <p:cNvPr id="128" name="Google Shape;128;p14"/>
          <p:cNvPicPr preferRelativeResize="0"/>
          <p:nvPr/>
        </p:nvPicPr>
        <p:blipFill rotWithShape="1">
          <a:blip r:embed="rId3">
            <a:alphaModFix/>
          </a:blip>
          <a:srcRect b="22420" l="0" r="0" t="0"/>
          <a:stretch/>
        </p:blipFill>
        <p:spPr>
          <a:xfrm rot="5400000">
            <a:off x="-257665" y="461283"/>
            <a:ext cx="1768000" cy="1047800"/>
          </a:xfrm>
          <a:prstGeom prst="rect">
            <a:avLst/>
          </a:prstGeom>
          <a:noFill/>
          <a:ln>
            <a:noFill/>
          </a:ln>
        </p:spPr>
      </p:pic>
      <p:pic>
        <p:nvPicPr>
          <p:cNvPr id="129" name="Google Shape;129;p14"/>
          <p:cNvPicPr preferRelativeResize="0"/>
          <p:nvPr/>
        </p:nvPicPr>
        <p:blipFill>
          <a:blip r:embed="rId4">
            <a:alphaModFix/>
          </a:blip>
          <a:stretch>
            <a:fillRect/>
          </a:stretch>
        </p:blipFill>
        <p:spPr>
          <a:xfrm rot="10800000">
            <a:off x="7890675" y="0"/>
            <a:ext cx="1251550" cy="1251550"/>
          </a:xfrm>
          <a:prstGeom prst="rect">
            <a:avLst/>
          </a:prstGeom>
          <a:noFill/>
          <a:ln>
            <a:noFill/>
          </a:ln>
        </p:spPr>
      </p:pic>
      <p:grpSp>
        <p:nvGrpSpPr>
          <p:cNvPr id="130" name="Google Shape;130;p14"/>
          <p:cNvGrpSpPr/>
          <p:nvPr/>
        </p:nvGrpSpPr>
        <p:grpSpPr>
          <a:xfrm>
            <a:off x="3881699" y="4752250"/>
            <a:ext cx="5260526" cy="388025"/>
            <a:chOff x="3881699" y="4752250"/>
            <a:chExt cx="5260526" cy="388025"/>
          </a:xfrm>
        </p:grpSpPr>
        <p:pic>
          <p:nvPicPr>
            <p:cNvPr id="131" name="Google Shape;131;p14"/>
            <p:cNvPicPr preferRelativeResize="0"/>
            <p:nvPr/>
          </p:nvPicPr>
          <p:blipFill>
            <a:blip r:embed="rId5">
              <a:alphaModFix/>
            </a:blip>
            <a:stretch>
              <a:fillRect/>
            </a:stretch>
          </p:blipFill>
          <p:spPr>
            <a:xfrm rot="10800000">
              <a:off x="3881699" y="4752250"/>
              <a:ext cx="5260526" cy="388025"/>
            </a:xfrm>
            <a:prstGeom prst="rect">
              <a:avLst/>
            </a:prstGeom>
            <a:noFill/>
            <a:ln>
              <a:noFill/>
            </a:ln>
          </p:spPr>
        </p:pic>
        <p:pic>
          <p:nvPicPr>
            <p:cNvPr id="132" name="Google Shape;132;p14"/>
            <p:cNvPicPr preferRelativeResize="0"/>
            <p:nvPr/>
          </p:nvPicPr>
          <p:blipFill>
            <a:blip r:embed="rId6">
              <a:alphaModFix/>
            </a:blip>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ONE_COLUMN_TEXT_1">
    <p:spTree>
      <p:nvGrpSpPr>
        <p:cNvPr id="133" name="Shape 133"/>
        <p:cNvGrpSpPr/>
        <p:nvPr/>
      </p:nvGrpSpPr>
      <p:grpSpPr>
        <a:xfrm>
          <a:off x="0" y="0"/>
          <a:ext cx="0" cy="0"/>
          <a:chOff x="0" y="0"/>
          <a:chExt cx="0" cy="0"/>
        </a:xfrm>
      </p:grpSpPr>
      <p:pic>
        <p:nvPicPr>
          <p:cNvPr id="134" name="Google Shape;134;p15"/>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35" name="Google Shape;135;p15"/>
          <p:cNvSpPr txBox="1"/>
          <p:nvPr>
            <p:ph type="title"/>
          </p:nvPr>
        </p:nvSpPr>
        <p:spPr>
          <a:xfrm>
            <a:off x="713225" y="987538"/>
            <a:ext cx="4294800" cy="10626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6" name="Google Shape;136;p15"/>
          <p:cNvSpPr txBox="1"/>
          <p:nvPr>
            <p:ph idx="1" type="subTitle"/>
          </p:nvPr>
        </p:nvSpPr>
        <p:spPr>
          <a:xfrm>
            <a:off x="713225" y="2109663"/>
            <a:ext cx="4294800" cy="250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137" name="Google Shape;137;p15"/>
          <p:cNvSpPr/>
          <p:nvPr>
            <p:ph idx="2" type="pic"/>
          </p:nvPr>
        </p:nvSpPr>
        <p:spPr>
          <a:xfrm>
            <a:off x="5643775" y="539500"/>
            <a:ext cx="2787000" cy="4064400"/>
          </a:xfrm>
          <a:prstGeom prst="round2DiagRect">
            <a:avLst>
              <a:gd fmla="val 16667" name="adj1"/>
              <a:gd fmla="val 0" name="adj2"/>
            </a:avLst>
          </a:prstGeom>
          <a:noFill/>
          <a:ln>
            <a:noFill/>
          </a:ln>
        </p:spPr>
      </p:sp>
      <p:pic>
        <p:nvPicPr>
          <p:cNvPr id="138" name="Google Shape;138;p15"/>
          <p:cNvPicPr preferRelativeResize="0"/>
          <p:nvPr/>
        </p:nvPicPr>
        <p:blipFill>
          <a:blip r:embed="rId3">
            <a:alphaModFix/>
          </a:blip>
          <a:stretch>
            <a:fillRect/>
          </a:stretch>
        </p:blipFill>
        <p:spPr>
          <a:xfrm flipH="1" rot="-5400000">
            <a:off x="-25" y="4170725"/>
            <a:ext cx="972775" cy="972775"/>
          </a:xfrm>
          <a:prstGeom prst="rect">
            <a:avLst/>
          </a:prstGeom>
          <a:noFill/>
          <a:ln>
            <a:noFill/>
          </a:ln>
        </p:spPr>
      </p:pic>
      <p:pic>
        <p:nvPicPr>
          <p:cNvPr id="139" name="Google Shape;139;p15"/>
          <p:cNvPicPr preferRelativeResize="0"/>
          <p:nvPr/>
        </p:nvPicPr>
        <p:blipFill rotWithShape="1">
          <a:blip r:embed="rId4">
            <a:alphaModFix/>
          </a:blip>
          <a:srcRect b="130" l="0" r="0" t="130"/>
          <a:stretch/>
        </p:blipFill>
        <p:spPr>
          <a:xfrm rot="-5400000">
            <a:off x="7509601" y="3503753"/>
            <a:ext cx="1716695" cy="1307947"/>
          </a:xfrm>
          <a:prstGeom prst="rect">
            <a:avLst/>
          </a:prstGeom>
          <a:noFill/>
          <a:ln>
            <a:noFill/>
          </a:ln>
        </p:spPr>
      </p:pic>
      <p:grpSp>
        <p:nvGrpSpPr>
          <p:cNvPr id="140" name="Google Shape;140;p15"/>
          <p:cNvGrpSpPr/>
          <p:nvPr/>
        </p:nvGrpSpPr>
        <p:grpSpPr>
          <a:xfrm>
            <a:off x="0" y="0"/>
            <a:ext cx="5837899" cy="536050"/>
            <a:chOff x="0" y="0"/>
            <a:chExt cx="5837899" cy="536050"/>
          </a:xfrm>
        </p:grpSpPr>
        <p:pic>
          <p:nvPicPr>
            <p:cNvPr id="141" name="Google Shape;141;p15"/>
            <p:cNvPicPr preferRelativeResize="0"/>
            <p:nvPr/>
          </p:nvPicPr>
          <p:blipFill>
            <a:blip r:embed="rId5">
              <a:alphaModFix/>
            </a:blip>
            <a:stretch>
              <a:fillRect/>
            </a:stretch>
          </p:blipFill>
          <p:spPr>
            <a:xfrm>
              <a:off x="0" y="0"/>
              <a:ext cx="5837899" cy="536050"/>
            </a:xfrm>
            <a:prstGeom prst="rect">
              <a:avLst/>
            </a:prstGeom>
            <a:noFill/>
            <a:ln>
              <a:noFill/>
            </a:ln>
          </p:spPr>
        </p:pic>
        <p:pic>
          <p:nvPicPr>
            <p:cNvPr id="142" name="Google Shape;142;p15"/>
            <p:cNvPicPr preferRelativeResize="0"/>
            <p:nvPr/>
          </p:nvPicPr>
          <p:blipFill>
            <a:blip r:embed="rId6">
              <a:alphaModFix/>
            </a:blip>
            <a:stretch>
              <a:fillRect/>
            </a:stretch>
          </p:blipFill>
          <p:spPr>
            <a:xfrm>
              <a:off x="265125" y="246605"/>
              <a:ext cx="1585464" cy="69000"/>
            </a:xfrm>
            <a:prstGeom prst="rect">
              <a:avLst/>
            </a:prstGeom>
            <a:noFill/>
            <a:ln>
              <a:noFill/>
            </a:ln>
          </p:spPr>
        </p:pic>
      </p:grpSp>
      <p:sp>
        <p:nvSpPr>
          <p:cNvPr id="143" name="Google Shape;143;p15"/>
          <p:cNvSpPr txBox="1"/>
          <p:nvPr>
            <p:ph idx="3" type="subTitle"/>
          </p:nvPr>
        </p:nvSpPr>
        <p:spPr>
          <a:xfrm>
            <a:off x="713225" y="2109675"/>
            <a:ext cx="4294800" cy="2503500"/>
          </a:xfrm>
          <a:prstGeom prst="rect">
            <a:avLst/>
          </a:prstGeom>
        </p:spPr>
        <p:txBody>
          <a:bodyPr anchorCtr="0" anchor="t" bIns="91425" lIns="91425" spcFirstLastPara="1" rIns="91425" wrap="square" tIns="91425">
            <a:noAutofit/>
          </a:bodyPr>
          <a:lstStyle>
            <a:lvl1pPr lvl="0">
              <a:spcBef>
                <a:spcPts val="0"/>
              </a:spcBef>
              <a:spcAft>
                <a:spcPts val="0"/>
              </a:spcAft>
              <a:buSzPts val="1200"/>
              <a:buAutoNum type="arabicPeriod"/>
              <a:defRPr/>
            </a:lvl1pPr>
            <a:lvl2pPr lvl="1">
              <a:spcBef>
                <a:spcPts val="1000"/>
              </a:spcBef>
              <a:spcAft>
                <a:spcPts val="0"/>
              </a:spcAft>
              <a:buClr>
                <a:srgbClr val="E76A28"/>
              </a:buClr>
              <a:buSzPts val="1200"/>
              <a:buFont typeface="Nunito Light"/>
              <a:buAutoNum type="alphaLcPeriod"/>
              <a:defRPr/>
            </a:lvl2pPr>
            <a:lvl3pPr lvl="2">
              <a:spcBef>
                <a:spcPts val="0"/>
              </a:spcBef>
              <a:spcAft>
                <a:spcPts val="0"/>
              </a:spcAft>
              <a:buClr>
                <a:srgbClr val="E76A28"/>
              </a:buClr>
              <a:buSzPts val="1200"/>
              <a:buFont typeface="Nunito Light"/>
              <a:buAutoNum type="romanLcPeriod"/>
              <a:defRPr/>
            </a:lvl3pPr>
            <a:lvl4pPr lvl="3">
              <a:spcBef>
                <a:spcPts val="0"/>
              </a:spcBef>
              <a:spcAft>
                <a:spcPts val="0"/>
              </a:spcAft>
              <a:buClr>
                <a:srgbClr val="E76A28"/>
              </a:buClr>
              <a:buSzPts val="1200"/>
              <a:buFont typeface="Nunito Light"/>
              <a:buAutoNum type="arabicPeriod"/>
              <a:defRPr/>
            </a:lvl4pPr>
            <a:lvl5pPr lvl="4">
              <a:spcBef>
                <a:spcPts val="0"/>
              </a:spcBef>
              <a:spcAft>
                <a:spcPts val="0"/>
              </a:spcAft>
              <a:buClr>
                <a:srgbClr val="E76A28"/>
              </a:buClr>
              <a:buSzPts val="1200"/>
              <a:buFont typeface="Nunito Light"/>
              <a:buAutoNum type="alphaLcPeriod"/>
              <a:defRPr/>
            </a:lvl5pPr>
            <a:lvl6pPr lvl="5">
              <a:spcBef>
                <a:spcPts val="0"/>
              </a:spcBef>
              <a:spcAft>
                <a:spcPts val="0"/>
              </a:spcAft>
              <a:buClr>
                <a:srgbClr val="999999"/>
              </a:buClr>
              <a:buSzPts val="1200"/>
              <a:buFont typeface="Nunito Light"/>
              <a:buAutoNum type="romanLcPeriod"/>
              <a:defRPr/>
            </a:lvl6pPr>
            <a:lvl7pPr lvl="6">
              <a:spcBef>
                <a:spcPts val="0"/>
              </a:spcBef>
              <a:spcAft>
                <a:spcPts val="0"/>
              </a:spcAft>
              <a:buClr>
                <a:srgbClr val="999999"/>
              </a:buClr>
              <a:buSzPts val="1200"/>
              <a:buFont typeface="Nunito Light"/>
              <a:buAutoNum type="arabicPeriod"/>
              <a:defRPr/>
            </a:lvl7pPr>
            <a:lvl8pPr lvl="7">
              <a:spcBef>
                <a:spcPts val="0"/>
              </a:spcBef>
              <a:spcAft>
                <a:spcPts val="0"/>
              </a:spcAft>
              <a:buClr>
                <a:srgbClr val="999999"/>
              </a:buClr>
              <a:buSzPts val="1200"/>
              <a:buFont typeface="Nunito Light"/>
              <a:buAutoNum type="alphaLcPeriod"/>
              <a:defRPr/>
            </a:lvl8pPr>
            <a:lvl9pPr lvl="8">
              <a:spcBef>
                <a:spcPts val="0"/>
              </a:spcBef>
              <a:spcAft>
                <a:spcPts val="0"/>
              </a:spcAft>
              <a:buClr>
                <a:srgbClr val="999999"/>
              </a:buClr>
              <a:buSzPts val="1200"/>
              <a:buFont typeface="Nunito Light"/>
              <a:buAutoNum type="romanLcPerio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44" name="Shape 144"/>
        <p:cNvGrpSpPr/>
        <p:nvPr/>
      </p:nvGrpSpPr>
      <p:grpSpPr>
        <a:xfrm>
          <a:off x="0" y="0"/>
          <a:ext cx="0" cy="0"/>
          <a:chOff x="0" y="0"/>
          <a:chExt cx="0" cy="0"/>
        </a:xfrm>
      </p:grpSpPr>
      <p:pic>
        <p:nvPicPr>
          <p:cNvPr id="145" name="Google Shape;145;p16"/>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46" name="Google Shape;146;p16"/>
          <p:cNvSpPr txBox="1"/>
          <p:nvPr>
            <p:ph type="title"/>
          </p:nvPr>
        </p:nvSpPr>
        <p:spPr>
          <a:xfrm>
            <a:off x="6001375" y="539500"/>
            <a:ext cx="2429400" cy="1078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7" name="Google Shape;147;p16"/>
          <p:cNvSpPr txBox="1"/>
          <p:nvPr>
            <p:ph idx="1" type="subTitle"/>
          </p:nvPr>
        </p:nvSpPr>
        <p:spPr>
          <a:xfrm>
            <a:off x="6001375" y="1515400"/>
            <a:ext cx="2429400" cy="123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8" name="Google Shape;148;p16"/>
          <p:cNvSpPr/>
          <p:nvPr>
            <p:ph idx="2" type="pic"/>
          </p:nvPr>
        </p:nvSpPr>
        <p:spPr>
          <a:xfrm>
            <a:off x="713225" y="539500"/>
            <a:ext cx="2801100" cy="4064700"/>
          </a:xfrm>
          <a:prstGeom prst="round2DiagRect">
            <a:avLst>
              <a:gd fmla="val 16667" name="adj1"/>
              <a:gd fmla="val 0" name="adj2"/>
            </a:avLst>
          </a:prstGeom>
          <a:noFill/>
          <a:ln>
            <a:noFill/>
          </a:ln>
        </p:spPr>
      </p:sp>
      <p:sp>
        <p:nvSpPr>
          <p:cNvPr id="149" name="Google Shape;149;p16"/>
          <p:cNvSpPr/>
          <p:nvPr>
            <p:ph idx="3" type="pic"/>
          </p:nvPr>
        </p:nvSpPr>
        <p:spPr>
          <a:xfrm>
            <a:off x="3595575" y="539500"/>
            <a:ext cx="2191200" cy="2328300"/>
          </a:xfrm>
          <a:prstGeom prst="round2DiagRect">
            <a:avLst>
              <a:gd fmla="val 16667" name="adj1"/>
              <a:gd fmla="val 0" name="adj2"/>
            </a:avLst>
          </a:prstGeom>
          <a:noFill/>
          <a:ln>
            <a:noFill/>
          </a:ln>
        </p:spPr>
      </p:sp>
      <p:sp>
        <p:nvSpPr>
          <p:cNvPr id="150" name="Google Shape;150;p16"/>
          <p:cNvSpPr/>
          <p:nvPr>
            <p:ph idx="4" type="pic"/>
          </p:nvPr>
        </p:nvSpPr>
        <p:spPr>
          <a:xfrm>
            <a:off x="3595575" y="2953775"/>
            <a:ext cx="4835100" cy="1650300"/>
          </a:xfrm>
          <a:prstGeom prst="round2DiagRect">
            <a:avLst>
              <a:gd fmla="val 16667" name="adj1"/>
              <a:gd fmla="val 0" name="adj2"/>
            </a:avLst>
          </a:prstGeom>
          <a:noFill/>
          <a:ln>
            <a:noFill/>
          </a:ln>
        </p:spPr>
      </p:sp>
      <p:pic>
        <p:nvPicPr>
          <p:cNvPr id="151" name="Google Shape;151;p16"/>
          <p:cNvPicPr preferRelativeResize="0"/>
          <p:nvPr/>
        </p:nvPicPr>
        <p:blipFill rotWithShape="1">
          <a:blip r:embed="rId3">
            <a:alphaModFix/>
          </a:blip>
          <a:srcRect b="130" l="73637" r="0" t="130"/>
          <a:stretch/>
        </p:blipFill>
        <p:spPr>
          <a:xfrm>
            <a:off x="10239" y="3372450"/>
            <a:ext cx="452574" cy="1307951"/>
          </a:xfrm>
          <a:prstGeom prst="rect">
            <a:avLst/>
          </a:prstGeom>
          <a:noFill/>
          <a:ln>
            <a:noFill/>
          </a:ln>
        </p:spPr>
      </p:pic>
      <p:grpSp>
        <p:nvGrpSpPr>
          <p:cNvPr id="152" name="Google Shape;152;p16"/>
          <p:cNvGrpSpPr/>
          <p:nvPr/>
        </p:nvGrpSpPr>
        <p:grpSpPr>
          <a:xfrm>
            <a:off x="-1" y="2100"/>
            <a:ext cx="9144001" cy="5141388"/>
            <a:chOff x="-1" y="2100"/>
            <a:chExt cx="9144001" cy="5141388"/>
          </a:xfrm>
        </p:grpSpPr>
        <p:pic>
          <p:nvPicPr>
            <p:cNvPr id="153" name="Google Shape;153;p16"/>
            <p:cNvPicPr preferRelativeResize="0"/>
            <p:nvPr/>
          </p:nvPicPr>
          <p:blipFill>
            <a:blip r:embed="rId4">
              <a:alphaModFix/>
            </a:blip>
            <a:stretch>
              <a:fillRect/>
            </a:stretch>
          </p:blipFill>
          <p:spPr>
            <a:xfrm flipH="1" rot="5400000">
              <a:off x="8171225" y="2100"/>
              <a:ext cx="972775" cy="972775"/>
            </a:xfrm>
            <a:prstGeom prst="rect">
              <a:avLst/>
            </a:prstGeom>
            <a:noFill/>
            <a:ln>
              <a:noFill/>
            </a:ln>
          </p:spPr>
        </p:pic>
        <p:pic>
          <p:nvPicPr>
            <p:cNvPr id="154" name="Google Shape;154;p16"/>
            <p:cNvPicPr preferRelativeResize="0"/>
            <p:nvPr/>
          </p:nvPicPr>
          <p:blipFill>
            <a:blip r:embed="rId5">
              <a:alphaModFix/>
            </a:blip>
            <a:stretch>
              <a:fillRect/>
            </a:stretch>
          </p:blipFill>
          <p:spPr>
            <a:xfrm flipH="1" rot="5400000">
              <a:off x="-1" y="4170713"/>
              <a:ext cx="972775" cy="972775"/>
            </a:xfrm>
            <a:prstGeom prst="rect">
              <a:avLst/>
            </a:prstGeom>
            <a:noFill/>
            <a:ln>
              <a:noFill/>
            </a:ln>
          </p:spPr>
        </p:pic>
      </p:grpSp>
      <p:grpSp>
        <p:nvGrpSpPr>
          <p:cNvPr id="155" name="Google Shape;155;p16"/>
          <p:cNvGrpSpPr/>
          <p:nvPr/>
        </p:nvGrpSpPr>
        <p:grpSpPr>
          <a:xfrm>
            <a:off x="5356527" y="4752250"/>
            <a:ext cx="3785698" cy="388025"/>
            <a:chOff x="5356527" y="4752250"/>
            <a:chExt cx="3785698" cy="388025"/>
          </a:xfrm>
        </p:grpSpPr>
        <p:pic>
          <p:nvPicPr>
            <p:cNvPr id="156" name="Google Shape;156;p16"/>
            <p:cNvPicPr preferRelativeResize="0"/>
            <p:nvPr/>
          </p:nvPicPr>
          <p:blipFill>
            <a:blip r:embed="rId6">
              <a:alphaModFix/>
            </a:blip>
            <a:stretch>
              <a:fillRect/>
            </a:stretch>
          </p:blipFill>
          <p:spPr>
            <a:xfrm rot="10800000">
              <a:off x="5356527" y="4752250"/>
              <a:ext cx="3785698" cy="388025"/>
            </a:xfrm>
            <a:prstGeom prst="rect">
              <a:avLst/>
            </a:prstGeom>
            <a:noFill/>
            <a:ln>
              <a:noFill/>
            </a:ln>
          </p:spPr>
        </p:pic>
        <p:pic>
          <p:nvPicPr>
            <p:cNvPr id="157" name="Google Shape;157;p16"/>
            <p:cNvPicPr preferRelativeResize="0"/>
            <p:nvPr/>
          </p:nvPicPr>
          <p:blipFill>
            <a:blip r:embed="rId7">
              <a:alphaModFix/>
            </a:blip>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
    <p:spTree>
      <p:nvGrpSpPr>
        <p:cNvPr id="158" name="Shape 158"/>
        <p:cNvGrpSpPr/>
        <p:nvPr/>
      </p:nvGrpSpPr>
      <p:grpSpPr>
        <a:xfrm>
          <a:off x="0" y="0"/>
          <a:ext cx="0" cy="0"/>
          <a:chOff x="0" y="0"/>
          <a:chExt cx="0" cy="0"/>
        </a:xfrm>
      </p:grpSpPr>
      <p:pic>
        <p:nvPicPr>
          <p:cNvPr id="159" name="Google Shape;159;p17"/>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60" name="Google Shape;160;p17"/>
          <p:cNvSpPr txBox="1"/>
          <p:nvPr>
            <p:ph type="title"/>
          </p:nvPr>
        </p:nvSpPr>
        <p:spPr>
          <a:xfrm>
            <a:off x="720000" y="640080"/>
            <a:ext cx="3234900" cy="1111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1" name="Google Shape;161;p17"/>
          <p:cNvSpPr txBox="1"/>
          <p:nvPr>
            <p:ph idx="1" type="body"/>
          </p:nvPr>
        </p:nvSpPr>
        <p:spPr>
          <a:xfrm>
            <a:off x="720000" y="2101875"/>
            <a:ext cx="3234900" cy="12495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0">
    <p:spTree>
      <p:nvGrpSpPr>
        <p:cNvPr id="162" name="Shape 162"/>
        <p:cNvGrpSpPr/>
        <p:nvPr/>
      </p:nvGrpSpPr>
      <p:grpSpPr>
        <a:xfrm>
          <a:off x="0" y="0"/>
          <a:ext cx="0" cy="0"/>
          <a:chOff x="0" y="0"/>
          <a:chExt cx="0" cy="0"/>
        </a:xfrm>
      </p:grpSpPr>
      <p:pic>
        <p:nvPicPr>
          <p:cNvPr id="163" name="Google Shape;163;p1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64" name="Google Shape;164;p1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65" name="Google Shape;165;p18"/>
          <p:cNvGrpSpPr/>
          <p:nvPr/>
        </p:nvGrpSpPr>
        <p:grpSpPr>
          <a:xfrm flipH="1">
            <a:off x="2620475" y="0"/>
            <a:ext cx="6523526" cy="369900"/>
            <a:chOff x="0" y="0"/>
            <a:chExt cx="6523526" cy="369900"/>
          </a:xfrm>
        </p:grpSpPr>
        <p:pic>
          <p:nvPicPr>
            <p:cNvPr id="166" name="Google Shape;166;p18"/>
            <p:cNvPicPr preferRelativeResize="0"/>
            <p:nvPr/>
          </p:nvPicPr>
          <p:blipFill>
            <a:blip r:embed="rId3">
              <a:alphaModFix/>
            </a:blip>
            <a:stretch>
              <a:fillRect/>
            </a:stretch>
          </p:blipFill>
          <p:spPr>
            <a:xfrm>
              <a:off x="0" y="0"/>
              <a:ext cx="6523526" cy="369900"/>
            </a:xfrm>
            <a:prstGeom prst="rect">
              <a:avLst/>
            </a:prstGeom>
            <a:noFill/>
            <a:ln>
              <a:noFill/>
            </a:ln>
          </p:spPr>
        </p:pic>
        <p:pic>
          <p:nvPicPr>
            <p:cNvPr id="167" name="Google Shape;167;p18"/>
            <p:cNvPicPr preferRelativeResize="0"/>
            <p:nvPr/>
          </p:nvPicPr>
          <p:blipFill>
            <a:blip r:embed="rId4">
              <a:alphaModFix/>
            </a:blip>
            <a:stretch>
              <a:fillRect/>
            </a:stretch>
          </p:blipFill>
          <p:spPr>
            <a:xfrm>
              <a:off x="265125" y="150455"/>
              <a:ext cx="1585464" cy="69000"/>
            </a:xfrm>
            <a:prstGeom prst="rect">
              <a:avLst/>
            </a:prstGeom>
            <a:noFill/>
            <a:ln>
              <a:noFill/>
            </a:ln>
          </p:spPr>
        </p:pic>
      </p:grpSp>
      <p:grpSp>
        <p:nvGrpSpPr>
          <p:cNvPr id="168" name="Google Shape;168;p18"/>
          <p:cNvGrpSpPr/>
          <p:nvPr/>
        </p:nvGrpSpPr>
        <p:grpSpPr>
          <a:xfrm flipH="1">
            <a:off x="0" y="0"/>
            <a:ext cx="9144000" cy="5143512"/>
            <a:chOff x="0" y="0"/>
            <a:chExt cx="9144000" cy="5143512"/>
          </a:xfrm>
        </p:grpSpPr>
        <p:pic>
          <p:nvPicPr>
            <p:cNvPr id="169" name="Google Shape;169;p18"/>
            <p:cNvPicPr preferRelativeResize="0"/>
            <p:nvPr/>
          </p:nvPicPr>
          <p:blipFill>
            <a:blip r:embed="rId5">
              <a:alphaModFix/>
            </a:blip>
            <a:stretch>
              <a:fillRect/>
            </a:stretch>
          </p:blipFill>
          <p:spPr>
            <a:xfrm>
              <a:off x="8171225" y="0"/>
              <a:ext cx="972775" cy="972775"/>
            </a:xfrm>
            <a:prstGeom prst="rect">
              <a:avLst/>
            </a:prstGeom>
            <a:noFill/>
            <a:ln>
              <a:noFill/>
            </a:ln>
          </p:spPr>
        </p:pic>
        <p:pic>
          <p:nvPicPr>
            <p:cNvPr id="170" name="Google Shape;170;p18"/>
            <p:cNvPicPr preferRelativeResize="0"/>
            <p:nvPr/>
          </p:nvPicPr>
          <p:blipFill>
            <a:blip r:embed="rId6">
              <a:alphaModFix/>
            </a:blip>
            <a:stretch>
              <a:fillRect/>
            </a:stretch>
          </p:blipFill>
          <p:spPr>
            <a:xfrm>
              <a:off x="0" y="4170737"/>
              <a:ext cx="972775" cy="972775"/>
            </a:xfrm>
            <a:prstGeom prst="rect">
              <a:avLst/>
            </a:prstGeom>
            <a:noFill/>
            <a:ln>
              <a:noFill/>
            </a:ln>
          </p:spPr>
        </p:pic>
      </p:grpSp>
      <p:sp>
        <p:nvSpPr>
          <p:cNvPr id="171" name="Google Shape;171;p18"/>
          <p:cNvSpPr txBox="1"/>
          <p:nvPr>
            <p:ph idx="1" type="body"/>
          </p:nvPr>
        </p:nvSpPr>
        <p:spPr>
          <a:xfrm>
            <a:off x="2145600" y="2101875"/>
            <a:ext cx="4852800" cy="1763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
        <p:nvSpPr>
          <p:cNvPr id="172" name="Google Shape;172;p18"/>
          <p:cNvSpPr txBox="1"/>
          <p:nvPr>
            <p:ph idx="2" type="subTitle"/>
          </p:nvPr>
        </p:nvSpPr>
        <p:spPr>
          <a:xfrm>
            <a:off x="2145600" y="2101150"/>
            <a:ext cx="4852800" cy="1763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73" name="Shape 173"/>
        <p:cNvGrpSpPr/>
        <p:nvPr/>
      </p:nvGrpSpPr>
      <p:grpSpPr>
        <a:xfrm>
          <a:off x="0" y="0"/>
          <a:ext cx="0" cy="0"/>
          <a:chOff x="0" y="0"/>
          <a:chExt cx="0" cy="0"/>
        </a:xfrm>
      </p:grpSpPr>
      <p:pic>
        <p:nvPicPr>
          <p:cNvPr id="174" name="Google Shape;174;p1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75" name="Google Shape;175;p19"/>
          <p:cNvSpPr txBox="1"/>
          <p:nvPr>
            <p:ph type="title"/>
          </p:nvPr>
        </p:nvSpPr>
        <p:spPr>
          <a:xfrm>
            <a:off x="720000" y="538492"/>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6" name="Google Shape;176;p19"/>
          <p:cNvSpPr txBox="1"/>
          <p:nvPr>
            <p:ph idx="1" type="subTitle"/>
          </p:nvPr>
        </p:nvSpPr>
        <p:spPr>
          <a:xfrm>
            <a:off x="709750" y="2636600"/>
            <a:ext cx="2225700" cy="196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7" name="Google Shape;177;p19"/>
          <p:cNvSpPr txBox="1"/>
          <p:nvPr>
            <p:ph idx="2" type="subTitle"/>
          </p:nvPr>
        </p:nvSpPr>
        <p:spPr>
          <a:xfrm>
            <a:off x="3457413" y="2636600"/>
            <a:ext cx="2225700" cy="196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8" name="Google Shape;178;p19"/>
          <p:cNvSpPr txBox="1"/>
          <p:nvPr>
            <p:ph idx="3" type="subTitle"/>
          </p:nvPr>
        </p:nvSpPr>
        <p:spPr>
          <a:xfrm>
            <a:off x="6205076" y="2636600"/>
            <a:ext cx="2225700" cy="196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9" name="Google Shape;179;p19"/>
          <p:cNvSpPr txBox="1"/>
          <p:nvPr>
            <p:ph idx="4" type="subTitle"/>
          </p:nvPr>
        </p:nvSpPr>
        <p:spPr>
          <a:xfrm>
            <a:off x="709758" y="2073291"/>
            <a:ext cx="2225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180" name="Google Shape;180;p19"/>
          <p:cNvSpPr txBox="1"/>
          <p:nvPr>
            <p:ph idx="5" type="subTitle"/>
          </p:nvPr>
        </p:nvSpPr>
        <p:spPr>
          <a:xfrm>
            <a:off x="3459159" y="2073291"/>
            <a:ext cx="2225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181" name="Google Shape;181;p19"/>
          <p:cNvSpPr txBox="1"/>
          <p:nvPr>
            <p:ph idx="6" type="subTitle"/>
          </p:nvPr>
        </p:nvSpPr>
        <p:spPr>
          <a:xfrm>
            <a:off x="6205085" y="2073291"/>
            <a:ext cx="2225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pic>
        <p:nvPicPr>
          <p:cNvPr id="182" name="Google Shape;182;p19"/>
          <p:cNvPicPr preferRelativeResize="0"/>
          <p:nvPr/>
        </p:nvPicPr>
        <p:blipFill>
          <a:blip r:embed="rId3">
            <a:alphaModFix/>
          </a:blip>
          <a:stretch>
            <a:fillRect/>
          </a:stretch>
        </p:blipFill>
        <p:spPr>
          <a:xfrm rot="5400000">
            <a:off x="8171200" y="4170725"/>
            <a:ext cx="972775" cy="972775"/>
          </a:xfrm>
          <a:prstGeom prst="rect">
            <a:avLst/>
          </a:prstGeom>
          <a:noFill/>
          <a:ln>
            <a:noFill/>
          </a:ln>
        </p:spPr>
      </p:pic>
      <p:grpSp>
        <p:nvGrpSpPr>
          <p:cNvPr id="183" name="Google Shape;183;p19"/>
          <p:cNvGrpSpPr/>
          <p:nvPr/>
        </p:nvGrpSpPr>
        <p:grpSpPr>
          <a:xfrm flipH="1">
            <a:off x="2620475" y="0"/>
            <a:ext cx="6523526" cy="369900"/>
            <a:chOff x="0" y="0"/>
            <a:chExt cx="6523526" cy="369900"/>
          </a:xfrm>
        </p:grpSpPr>
        <p:pic>
          <p:nvPicPr>
            <p:cNvPr id="184" name="Google Shape;184;p19"/>
            <p:cNvPicPr preferRelativeResize="0"/>
            <p:nvPr/>
          </p:nvPicPr>
          <p:blipFill>
            <a:blip r:embed="rId4">
              <a:alphaModFix/>
            </a:blip>
            <a:stretch>
              <a:fillRect/>
            </a:stretch>
          </p:blipFill>
          <p:spPr>
            <a:xfrm>
              <a:off x="0" y="0"/>
              <a:ext cx="6523526" cy="369900"/>
            </a:xfrm>
            <a:prstGeom prst="rect">
              <a:avLst/>
            </a:prstGeom>
            <a:noFill/>
            <a:ln>
              <a:noFill/>
            </a:ln>
          </p:spPr>
        </p:pic>
        <p:pic>
          <p:nvPicPr>
            <p:cNvPr id="185" name="Google Shape;185;p19"/>
            <p:cNvPicPr preferRelativeResize="0"/>
            <p:nvPr/>
          </p:nvPicPr>
          <p:blipFill>
            <a:blip r:embed="rId5">
              <a:alphaModFix/>
            </a:blip>
            <a:stretch>
              <a:fillRect/>
            </a:stretch>
          </p:blipFill>
          <p:spPr>
            <a:xfrm>
              <a:off x="265125" y="150455"/>
              <a:ext cx="1585464" cy="69000"/>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86" name="Shape 186"/>
        <p:cNvGrpSpPr/>
        <p:nvPr/>
      </p:nvGrpSpPr>
      <p:grpSpPr>
        <a:xfrm>
          <a:off x="0" y="0"/>
          <a:ext cx="0" cy="0"/>
          <a:chOff x="0" y="0"/>
          <a:chExt cx="0" cy="0"/>
        </a:xfrm>
      </p:grpSpPr>
      <p:pic>
        <p:nvPicPr>
          <p:cNvPr id="187" name="Google Shape;187;p20"/>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88" name="Google Shape;188;p2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9" name="Google Shape;189;p20"/>
          <p:cNvSpPr txBox="1"/>
          <p:nvPr>
            <p:ph idx="1" type="subTitle"/>
          </p:nvPr>
        </p:nvSpPr>
        <p:spPr>
          <a:xfrm>
            <a:off x="720000" y="1679350"/>
            <a:ext cx="35496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0" name="Google Shape;190;p20"/>
          <p:cNvSpPr txBox="1"/>
          <p:nvPr>
            <p:ph idx="2" type="subTitle"/>
          </p:nvPr>
        </p:nvSpPr>
        <p:spPr>
          <a:xfrm>
            <a:off x="4881166" y="1679350"/>
            <a:ext cx="35496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1" name="Google Shape;191;p20"/>
          <p:cNvSpPr txBox="1"/>
          <p:nvPr>
            <p:ph idx="3" type="subTitle"/>
          </p:nvPr>
        </p:nvSpPr>
        <p:spPr>
          <a:xfrm>
            <a:off x="720000" y="3396200"/>
            <a:ext cx="35496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2" name="Google Shape;192;p20"/>
          <p:cNvSpPr txBox="1"/>
          <p:nvPr>
            <p:ph idx="4" type="subTitle"/>
          </p:nvPr>
        </p:nvSpPr>
        <p:spPr>
          <a:xfrm>
            <a:off x="4881166" y="3396200"/>
            <a:ext cx="35496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3" name="Google Shape;193;p20"/>
          <p:cNvSpPr txBox="1"/>
          <p:nvPr>
            <p:ph idx="5" type="subTitle"/>
          </p:nvPr>
        </p:nvSpPr>
        <p:spPr>
          <a:xfrm>
            <a:off x="720000" y="1429886"/>
            <a:ext cx="3549600" cy="37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194" name="Google Shape;194;p20"/>
          <p:cNvSpPr txBox="1"/>
          <p:nvPr>
            <p:ph idx="6" type="subTitle"/>
          </p:nvPr>
        </p:nvSpPr>
        <p:spPr>
          <a:xfrm>
            <a:off x="720000" y="3146911"/>
            <a:ext cx="3549600" cy="37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195" name="Google Shape;195;p20"/>
          <p:cNvSpPr txBox="1"/>
          <p:nvPr>
            <p:ph idx="7" type="subTitle"/>
          </p:nvPr>
        </p:nvSpPr>
        <p:spPr>
          <a:xfrm>
            <a:off x="4881127" y="1429886"/>
            <a:ext cx="3549600" cy="37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196" name="Google Shape;196;p20"/>
          <p:cNvSpPr txBox="1"/>
          <p:nvPr>
            <p:ph idx="8" type="subTitle"/>
          </p:nvPr>
        </p:nvSpPr>
        <p:spPr>
          <a:xfrm>
            <a:off x="4881130" y="3146911"/>
            <a:ext cx="3549600" cy="37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grpSp>
        <p:nvGrpSpPr>
          <p:cNvPr id="197" name="Google Shape;197;p20"/>
          <p:cNvGrpSpPr/>
          <p:nvPr/>
        </p:nvGrpSpPr>
        <p:grpSpPr>
          <a:xfrm>
            <a:off x="-1" y="-4719"/>
            <a:ext cx="9144001" cy="5148207"/>
            <a:chOff x="-1" y="-4719"/>
            <a:chExt cx="9144001" cy="5148207"/>
          </a:xfrm>
        </p:grpSpPr>
        <p:pic>
          <p:nvPicPr>
            <p:cNvPr id="198" name="Google Shape;198;p20"/>
            <p:cNvPicPr preferRelativeResize="0"/>
            <p:nvPr/>
          </p:nvPicPr>
          <p:blipFill>
            <a:blip r:embed="rId3">
              <a:alphaModFix/>
            </a:blip>
            <a:stretch>
              <a:fillRect/>
            </a:stretch>
          </p:blipFill>
          <p:spPr>
            <a:xfrm flipH="1" rot="5400000">
              <a:off x="8171225" y="-4719"/>
              <a:ext cx="972775" cy="972775"/>
            </a:xfrm>
            <a:prstGeom prst="rect">
              <a:avLst/>
            </a:prstGeom>
            <a:noFill/>
            <a:ln>
              <a:noFill/>
            </a:ln>
          </p:spPr>
        </p:pic>
        <p:pic>
          <p:nvPicPr>
            <p:cNvPr id="199" name="Google Shape;199;p20"/>
            <p:cNvPicPr preferRelativeResize="0"/>
            <p:nvPr/>
          </p:nvPicPr>
          <p:blipFill>
            <a:blip r:embed="rId4">
              <a:alphaModFix/>
            </a:blip>
            <a:stretch>
              <a:fillRect/>
            </a:stretch>
          </p:blipFill>
          <p:spPr>
            <a:xfrm flipH="1" rot="5400000">
              <a:off x="-1" y="4170713"/>
              <a:ext cx="972775" cy="972775"/>
            </a:xfrm>
            <a:prstGeom prst="rect">
              <a:avLst/>
            </a:prstGeom>
            <a:noFill/>
            <a:ln>
              <a:noFill/>
            </a:ln>
          </p:spPr>
        </p:pic>
      </p:grpSp>
      <p:grpSp>
        <p:nvGrpSpPr>
          <p:cNvPr id="200" name="Google Shape;200;p20"/>
          <p:cNvGrpSpPr/>
          <p:nvPr/>
        </p:nvGrpSpPr>
        <p:grpSpPr>
          <a:xfrm rot="10800000">
            <a:off x="0" y="-4719"/>
            <a:ext cx="4881173" cy="365700"/>
            <a:chOff x="4261050" y="4610675"/>
            <a:chExt cx="4881173" cy="365700"/>
          </a:xfrm>
        </p:grpSpPr>
        <p:pic>
          <p:nvPicPr>
            <p:cNvPr id="201" name="Google Shape;201;p20"/>
            <p:cNvPicPr preferRelativeResize="0"/>
            <p:nvPr/>
          </p:nvPicPr>
          <p:blipFill>
            <a:blip r:embed="rId5">
              <a:alphaModFix/>
            </a:blip>
            <a:stretch>
              <a:fillRect/>
            </a:stretch>
          </p:blipFill>
          <p:spPr>
            <a:xfrm rot="10800000">
              <a:off x="4261050" y="4610675"/>
              <a:ext cx="4881173" cy="365700"/>
            </a:xfrm>
            <a:prstGeom prst="rect">
              <a:avLst/>
            </a:prstGeom>
            <a:noFill/>
            <a:ln>
              <a:noFill/>
            </a:ln>
          </p:spPr>
        </p:pic>
        <p:pic>
          <p:nvPicPr>
            <p:cNvPr id="202" name="Google Shape;202;p20"/>
            <p:cNvPicPr preferRelativeResize="0"/>
            <p:nvPr/>
          </p:nvPicPr>
          <p:blipFill>
            <a:blip r:embed="rId6">
              <a:alphaModFix/>
            </a:blip>
            <a:stretch>
              <a:fillRect/>
            </a:stretch>
          </p:blipFill>
          <p:spPr>
            <a:xfrm rot="10800000">
              <a:off x="7293388" y="4759030"/>
              <a:ext cx="1585464" cy="69000"/>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03" name="Shape 203"/>
        <p:cNvGrpSpPr/>
        <p:nvPr/>
      </p:nvGrpSpPr>
      <p:grpSpPr>
        <a:xfrm>
          <a:off x="0" y="0"/>
          <a:ext cx="0" cy="0"/>
          <a:chOff x="0" y="0"/>
          <a:chExt cx="0" cy="0"/>
        </a:xfrm>
      </p:grpSpPr>
      <p:pic>
        <p:nvPicPr>
          <p:cNvPr id="204" name="Google Shape;204;p21"/>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05" name="Google Shape;205;p2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6" name="Google Shape;206;p21"/>
          <p:cNvSpPr txBox="1"/>
          <p:nvPr>
            <p:ph idx="1" type="subTitle"/>
          </p:nvPr>
        </p:nvSpPr>
        <p:spPr>
          <a:xfrm>
            <a:off x="720075" y="1682496"/>
            <a:ext cx="23631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7" name="Google Shape;207;p21"/>
          <p:cNvSpPr txBox="1"/>
          <p:nvPr>
            <p:ph idx="2" type="subTitle"/>
          </p:nvPr>
        </p:nvSpPr>
        <p:spPr>
          <a:xfrm>
            <a:off x="3393880" y="1682496"/>
            <a:ext cx="23631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8" name="Google Shape;208;p21"/>
          <p:cNvSpPr txBox="1"/>
          <p:nvPr>
            <p:ph idx="3" type="subTitle"/>
          </p:nvPr>
        </p:nvSpPr>
        <p:spPr>
          <a:xfrm>
            <a:off x="720075" y="3398557"/>
            <a:ext cx="23631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9" name="Google Shape;209;p21"/>
          <p:cNvSpPr txBox="1"/>
          <p:nvPr>
            <p:ph idx="4" type="subTitle"/>
          </p:nvPr>
        </p:nvSpPr>
        <p:spPr>
          <a:xfrm>
            <a:off x="3393880" y="3398557"/>
            <a:ext cx="23631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0" name="Google Shape;210;p21"/>
          <p:cNvSpPr txBox="1"/>
          <p:nvPr>
            <p:ph idx="5" type="subTitle"/>
          </p:nvPr>
        </p:nvSpPr>
        <p:spPr>
          <a:xfrm>
            <a:off x="6067686" y="1682496"/>
            <a:ext cx="23631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1" name="Google Shape;211;p21"/>
          <p:cNvSpPr txBox="1"/>
          <p:nvPr>
            <p:ph idx="6" type="subTitle"/>
          </p:nvPr>
        </p:nvSpPr>
        <p:spPr>
          <a:xfrm>
            <a:off x="6067686" y="3398557"/>
            <a:ext cx="23631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2" name="Google Shape;212;p21"/>
          <p:cNvSpPr txBox="1"/>
          <p:nvPr>
            <p:ph idx="7" type="subTitle"/>
          </p:nvPr>
        </p:nvSpPr>
        <p:spPr>
          <a:xfrm>
            <a:off x="720075" y="1426464"/>
            <a:ext cx="2363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213" name="Google Shape;213;p21"/>
          <p:cNvSpPr txBox="1"/>
          <p:nvPr>
            <p:ph idx="8" type="subTitle"/>
          </p:nvPr>
        </p:nvSpPr>
        <p:spPr>
          <a:xfrm>
            <a:off x="3395380" y="1426464"/>
            <a:ext cx="2360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214" name="Google Shape;214;p21"/>
          <p:cNvSpPr txBox="1"/>
          <p:nvPr>
            <p:ph idx="9" type="subTitle"/>
          </p:nvPr>
        </p:nvSpPr>
        <p:spPr>
          <a:xfrm>
            <a:off x="6067686" y="1426464"/>
            <a:ext cx="2360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215" name="Google Shape;215;p21"/>
          <p:cNvSpPr txBox="1"/>
          <p:nvPr>
            <p:ph idx="13" type="subTitle"/>
          </p:nvPr>
        </p:nvSpPr>
        <p:spPr>
          <a:xfrm>
            <a:off x="720075" y="3145536"/>
            <a:ext cx="2363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216" name="Google Shape;216;p21"/>
          <p:cNvSpPr txBox="1"/>
          <p:nvPr>
            <p:ph idx="14" type="subTitle"/>
          </p:nvPr>
        </p:nvSpPr>
        <p:spPr>
          <a:xfrm>
            <a:off x="3393880" y="3145541"/>
            <a:ext cx="2360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217" name="Google Shape;217;p21"/>
          <p:cNvSpPr txBox="1"/>
          <p:nvPr>
            <p:ph idx="15" type="subTitle"/>
          </p:nvPr>
        </p:nvSpPr>
        <p:spPr>
          <a:xfrm>
            <a:off x="6067686" y="3145541"/>
            <a:ext cx="2360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18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pic>
        <p:nvPicPr>
          <p:cNvPr id="218" name="Google Shape;218;p21"/>
          <p:cNvPicPr preferRelativeResize="0"/>
          <p:nvPr/>
        </p:nvPicPr>
        <p:blipFill rotWithShape="1">
          <a:blip r:embed="rId3">
            <a:alphaModFix/>
          </a:blip>
          <a:srcRect b="22414" l="68149" r="0" t="0"/>
          <a:stretch/>
        </p:blipFill>
        <p:spPr>
          <a:xfrm rot="10800000">
            <a:off x="8580849" y="64376"/>
            <a:ext cx="563126" cy="1047824"/>
          </a:xfrm>
          <a:prstGeom prst="rect">
            <a:avLst/>
          </a:prstGeom>
          <a:noFill/>
          <a:ln>
            <a:noFill/>
          </a:ln>
        </p:spPr>
      </p:pic>
      <p:pic>
        <p:nvPicPr>
          <p:cNvPr id="219" name="Google Shape;219;p21"/>
          <p:cNvPicPr preferRelativeResize="0"/>
          <p:nvPr/>
        </p:nvPicPr>
        <p:blipFill>
          <a:blip r:embed="rId4">
            <a:alphaModFix/>
          </a:blip>
          <a:stretch>
            <a:fillRect/>
          </a:stretch>
        </p:blipFill>
        <p:spPr>
          <a:xfrm rot="5400000">
            <a:off x="8171225" y="4170725"/>
            <a:ext cx="972775" cy="9727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20" name="Shape 220"/>
        <p:cNvGrpSpPr/>
        <p:nvPr/>
      </p:nvGrpSpPr>
      <p:grpSpPr>
        <a:xfrm>
          <a:off x="0" y="0"/>
          <a:ext cx="0" cy="0"/>
          <a:chOff x="0" y="0"/>
          <a:chExt cx="0" cy="0"/>
        </a:xfrm>
      </p:grpSpPr>
      <p:pic>
        <p:nvPicPr>
          <p:cNvPr id="221" name="Google Shape;221;p22"/>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22" name="Google Shape;222;p22"/>
          <p:cNvSpPr txBox="1"/>
          <p:nvPr>
            <p:ph hasCustomPrompt="1" type="title"/>
          </p:nvPr>
        </p:nvSpPr>
        <p:spPr>
          <a:xfrm>
            <a:off x="3099888" y="2045129"/>
            <a:ext cx="29442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3" name="Google Shape;223;p22"/>
          <p:cNvSpPr txBox="1"/>
          <p:nvPr>
            <p:ph idx="1" type="subTitle"/>
          </p:nvPr>
        </p:nvSpPr>
        <p:spPr>
          <a:xfrm>
            <a:off x="3099898" y="2737825"/>
            <a:ext cx="2944200" cy="35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24" name="Google Shape;224;p22"/>
          <p:cNvSpPr txBox="1"/>
          <p:nvPr>
            <p:ph hasCustomPrompt="1" idx="2" type="title"/>
          </p:nvPr>
        </p:nvSpPr>
        <p:spPr>
          <a:xfrm>
            <a:off x="3099904" y="669938"/>
            <a:ext cx="29442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5" name="Google Shape;225;p22"/>
          <p:cNvSpPr txBox="1"/>
          <p:nvPr>
            <p:ph idx="3" type="subTitle"/>
          </p:nvPr>
        </p:nvSpPr>
        <p:spPr>
          <a:xfrm>
            <a:off x="3099904" y="1362646"/>
            <a:ext cx="2944200" cy="35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26" name="Google Shape;226;p22"/>
          <p:cNvSpPr txBox="1"/>
          <p:nvPr>
            <p:ph hasCustomPrompt="1" idx="4" type="title"/>
          </p:nvPr>
        </p:nvSpPr>
        <p:spPr>
          <a:xfrm>
            <a:off x="3099896" y="3420317"/>
            <a:ext cx="29442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7" name="Google Shape;227;p22"/>
          <p:cNvSpPr txBox="1"/>
          <p:nvPr>
            <p:ph idx="5" type="subTitle"/>
          </p:nvPr>
        </p:nvSpPr>
        <p:spPr>
          <a:xfrm>
            <a:off x="3099906" y="4113013"/>
            <a:ext cx="2944200" cy="35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grpSp>
        <p:nvGrpSpPr>
          <p:cNvPr id="228" name="Google Shape;228;p22"/>
          <p:cNvGrpSpPr/>
          <p:nvPr/>
        </p:nvGrpSpPr>
        <p:grpSpPr>
          <a:xfrm>
            <a:off x="0" y="0"/>
            <a:ext cx="9149044" cy="5153909"/>
            <a:chOff x="0" y="0"/>
            <a:chExt cx="9149044" cy="5153909"/>
          </a:xfrm>
        </p:grpSpPr>
        <p:grpSp>
          <p:nvGrpSpPr>
            <p:cNvPr id="229" name="Google Shape;229;p22"/>
            <p:cNvGrpSpPr/>
            <p:nvPr/>
          </p:nvGrpSpPr>
          <p:grpSpPr>
            <a:xfrm>
              <a:off x="2633519" y="4796608"/>
              <a:ext cx="6515525" cy="357300"/>
              <a:chOff x="2633519" y="4796608"/>
              <a:chExt cx="6515525" cy="357300"/>
            </a:xfrm>
          </p:grpSpPr>
          <p:pic>
            <p:nvPicPr>
              <p:cNvPr id="230" name="Google Shape;230;p22"/>
              <p:cNvPicPr preferRelativeResize="0"/>
              <p:nvPr/>
            </p:nvPicPr>
            <p:blipFill>
              <a:blip r:embed="rId3">
                <a:alphaModFix/>
              </a:blip>
              <a:stretch>
                <a:fillRect/>
              </a:stretch>
            </p:blipFill>
            <p:spPr>
              <a:xfrm rot="10800000">
                <a:off x="2633519" y="4796608"/>
                <a:ext cx="6515525" cy="357300"/>
              </a:xfrm>
              <a:prstGeom prst="rect">
                <a:avLst/>
              </a:prstGeom>
              <a:noFill/>
              <a:ln>
                <a:noFill/>
              </a:ln>
            </p:spPr>
          </p:pic>
          <p:pic>
            <p:nvPicPr>
              <p:cNvPr id="231" name="Google Shape;231;p22"/>
              <p:cNvPicPr preferRelativeResize="0"/>
              <p:nvPr/>
            </p:nvPicPr>
            <p:blipFill>
              <a:blip r:embed="rId4">
                <a:alphaModFix/>
              </a:blip>
              <a:stretch>
                <a:fillRect/>
              </a:stretch>
            </p:blipFill>
            <p:spPr>
              <a:xfrm rot="10800000">
                <a:off x="7293388" y="4940768"/>
                <a:ext cx="1585464" cy="69000"/>
              </a:xfrm>
              <a:prstGeom prst="rect">
                <a:avLst/>
              </a:prstGeom>
              <a:noFill/>
              <a:ln>
                <a:noFill/>
              </a:ln>
            </p:spPr>
          </p:pic>
        </p:grpSp>
        <p:grpSp>
          <p:nvGrpSpPr>
            <p:cNvPr id="232" name="Google Shape;232;p22"/>
            <p:cNvGrpSpPr/>
            <p:nvPr/>
          </p:nvGrpSpPr>
          <p:grpSpPr>
            <a:xfrm>
              <a:off x="0" y="0"/>
              <a:ext cx="6523526" cy="359400"/>
              <a:chOff x="0" y="0"/>
              <a:chExt cx="6523526" cy="359400"/>
            </a:xfrm>
          </p:grpSpPr>
          <p:pic>
            <p:nvPicPr>
              <p:cNvPr id="233" name="Google Shape;233;p22"/>
              <p:cNvPicPr preferRelativeResize="0"/>
              <p:nvPr/>
            </p:nvPicPr>
            <p:blipFill>
              <a:blip r:embed="rId5">
                <a:alphaModFix/>
              </a:blip>
              <a:stretch>
                <a:fillRect/>
              </a:stretch>
            </p:blipFill>
            <p:spPr>
              <a:xfrm>
                <a:off x="0" y="0"/>
                <a:ext cx="6523526" cy="359400"/>
              </a:xfrm>
              <a:prstGeom prst="rect">
                <a:avLst/>
              </a:prstGeom>
              <a:noFill/>
              <a:ln>
                <a:noFill/>
              </a:ln>
            </p:spPr>
          </p:pic>
          <p:pic>
            <p:nvPicPr>
              <p:cNvPr id="234" name="Google Shape;234;p22"/>
              <p:cNvPicPr preferRelativeResize="0"/>
              <p:nvPr/>
            </p:nvPicPr>
            <p:blipFill>
              <a:blip r:embed="rId4">
                <a:alphaModFix/>
              </a:blip>
              <a:stretch>
                <a:fillRect/>
              </a:stretch>
            </p:blipFill>
            <p:spPr>
              <a:xfrm>
                <a:off x="265125" y="145205"/>
                <a:ext cx="1585464" cy="69000"/>
              </a:xfrm>
              <a:prstGeom prst="rect">
                <a:avLst/>
              </a:prstGeom>
              <a:noFill/>
              <a:ln>
                <a:noFill/>
              </a:ln>
            </p:spPr>
          </p:pic>
        </p:grpSp>
      </p:grpSp>
      <p:pic>
        <p:nvPicPr>
          <p:cNvPr id="235" name="Google Shape;235;p22"/>
          <p:cNvPicPr preferRelativeResize="0"/>
          <p:nvPr/>
        </p:nvPicPr>
        <p:blipFill rotWithShape="1">
          <a:blip r:embed="rId6">
            <a:alphaModFix/>
          </a:blip>
          <a:srcRect b="130" l="0" r="0" t="130"/>
          <a:stretch/>
        </p:blipFill>
        <p:spPr>
          <a:xfrm rot="5400000">
            <a:off x="-128174" y="3562553"/>
            <a:ext cx="1716695" cy="1307947"/>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36" name="Shape 236"/>
        <p:cNvGrpSpPr/>
        <p:nvPr/>
      </p:nvGrpSpPr>
      <p:grpSpPr>
        <a:xfrm>
          <a:off x="0" y="0"/>
          <a:ext cx="0" cy="0"/>
          <a:chOff x="0" y="0"/>
          <a:chExt cx="0" cy="0"/>
        </a:xfrm>
      </p:grpSpPr>
      <p:pic>
        <p:nvPicPr>
          <p:cNvPr id="237" name="Google Shape;237;p23"/>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38" name="Google Shape;238;p2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39" name="Google Shape;239;p23"/>
          <p:cNvGrpSpPr/>
          <p:nvPr/>
        </p:nvGrpSpPr>
        <p:grpSpPr>
          <a:xfrm>
            <a:off x="0" y="0"/>
            <a:ext cx="6523526" cy="369900"/>
            <a:chOff x="0" y="0"/>
            <a:chExt cx="6523526" cy="369900"/>
          </a:xfrm>
        </p:grpSpPr>
        <p:pic>
          <p:nvPicPr>
            <p:cNvPr id="240" name="Google Shape;240;p23"/>
            <p:cNvPicPr preferRelativeResize="0"/>
            <p:nvPr/>
          </p:nvPicPr>
          <p:blipFill>
            <a:blip r:embed="rId3">
              <a:alphaModFix/>
            </a:blip>
            <a:stretch>
              <a:fillRect/>
            </a:stretch>
          </p:blipFill>
          <p:spPr>
            <a:xfrm>
              <a:off x="0" y="0"/>
              <a:ext cx="6523526" cy="369900"/>
            </a:xfrm>
            <a:prstGeom prst="rect">
              <a:avLst/>
            </a:prstGeom>
            <a:noFill/>
            <a:ln>
              <a:noFill/>
            </a:ln>
          </p:spPr>
        </p:pic>
        <p:pic>
          <p:nvPicPr>
            <p:cNvPr id="241" name="Google Shape;241;p23"/>
            <p:cNvPicPr preferRelativeResize="0"/>
            <p:nvPr/>
          </p:nvPicPr>
          <p:blipFill>
            <a:blip r:embed="rId4">
              <a:alphaModFix/>
            </a:blip>
            <a:stretch>
              <a:fillRect/>
            </a:stretch>
          </p:blipFill>
          <p:spPr>
            <a:xfrm>
              <a:off x="265125" y="150455"/>
              <a:ext cx="1585464" cy="69000"/>
            </a:xfrm>
            <a:prstGeom prst="rect">
              <a:avLst/>
            </a:prstGeom>
            <a:noFill/>
            <a:ln>
              <a:noFill/>
            </a:ln>
          </p:spPr>
        </p:pic>
      </p:grpSp>
      <p:grpSp>
        <p:nvGrpSpPr>
          <p:cNvPr id="242" name="Google Shape;242;p23"/>
          <p:cNvGrpSpPr/>
          <p:nvPr/>
        </p:nvGrpSpPr>
        <p:grpSpPr>
          <a:xfrm>
            <a:off x="0" y="0"/>
            <a:ext cx="9144000" cy="5143512"/>
            <a:chOff x="0" y="0"/>
            <a:chExt cx="9144000" cy="5143512"/>
          </a:xfrm>
        </p:grpSpPr>
        <p:pic>
          <p:nvPicPr>
            <p:cNvPr id="243" name="Google Shape;243;p23"/>
            <p:cNvPicPr preferRelativeResize="0"/>
            <p:nvPr/>
          </p:nvPicPr>
          <p:blipFill>
            <a:blip r:embed="rId5">
              <a:alphaModFix/>
            </a:blip>
            <a:stretch>
              <a:fillRect/>
            </a:stretch>
          </p:blipFill>
          <p:spPr>
            <a:xfrm>
              <a:off x="8171225" y="0"/>
              <a:ext cx="972775" cy="972775"/>
            </a:xfrm>
            <a:prstGeom prst="rect">
              <a:avLst/>
            </a:prstGeom>
            <a:noFill/>
            <a:ln>
              <a:noFill/>
            </a:ln>
          </p:spPr>
        </p:pic>
        <p:pic>
          <p:nvPicPr>
            <p:cNvPr id="244" name="Google Shape;244;p23"/>
            <p:cNvPicPr preferRelativeResize="0"/>
            <p:nvPr/>
          </p:nvPicPr>
          <p:blipFill>
            <a:blip r:embed="rId6">
              <a:alphaModFix/>
            </a:blip>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245" name="Shape 245"/>
        <p:cNvGrpSpPr/>
        <p:nvPr/>
      </p:nvGrpSpPr>
      <p:grpSpPr>
        <a:xfrm>
          <a:off x="0" y="0"/>
          <a:ext cx="0" cy="0"/>
          <a:chOff x="0" y="0"/>
          <a:chExt cx="0" cy="0"/>
        </a:xfrm>
      </p:grpSpPr>
      <p:pic>
        <p:nvPicPr>
          <p:cNvPr id="246" name="Google Shape;246;p24"/>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47" name="Google Shape;247;p2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248" name="Google Shape;248;p24"/>
          <p:cNvPicPr preferRelativeResize="0"/>
          <p:nvPr/>
        </p:nvPicPr>
        <p:blipFill rotWithShape="1">
          <a:blip r:embed="rId3">
            <a:alphaModFix/>
          </a:blip>
          <a:srcRect b="34262" l="14814" r="0" t="0"/>
          <a:stretch/>
        </p:blipFill>
        <p:spPr>
          <a:xfrm rot="10800000">
            <a:off x="7654149" y="-40526"/>
            <a:ext cx="1506076" cy="887826"/>
          </a:xfrm>
          <a:prstGeom prst="rect">
            <a:avLst/>
          </a:prstGeom>
          <a:noFill/>
          <a:ln>
            <a:noFill/>
          </a:ln>
        </p:spPr>
      </p:pic>
      <p:grpSp>
        <p:nvGrpSpPr>
          <p:cNvPr id="249" name="Google Shape;249;p24"/>
          <p:cNvGrpSpPr/>
          <p:nvPr/>
        </p:nvGrpSpPr>
        <p:grpSpPr>
          <a:xfrm flipH="1">
            <a:off x="0" y="0"/>
            <a:ext cx="9144000" cy="5143512"/>
            <a:chOff x="0" y="0"/>
            <a:chExt cx="9144000" cy="5143512"/>
          </a:xfrm>
        </p:grpSpPr>
        <p:pic>
          <p:nvPicPr>
            <p:cNvPr id="250" name="Google Shape;250;p24"/>
            <p:cNvPicPr preferRelativeResize="0"/>
            <p:nvPr/>
          </p:nvPicPr>
          <p:blipFill>
            <a:blip r:embed="rId4">
              <a:alphaModFix/>
            </a:blip>
            <a:stretch>
              <a:fillRect/>
            </a:stretch>
          </p:blipFill>
          <p:spPr>
            <a:xfrm>
              <a:off x="8171225" y="0"/>
              <a:ext cx="972775" cy="972775"/>
            </a:xfrm>
            <a:prstGeom prst="rect">
              <a:avLst/>
            </a:prstGeom>
            <a:noFill/>
            <a:ln>
              <a:noFill/>
            </a:ln>
          </p:spPr>
        </p:pic>
        <p:pic>
          <p:nvPicPr>
            <p:cNvPr id="251" name="Google Shape;251;p24"/>
            <p:cNvPicPr preferRelativeResize="0"/>
            <p:nvPr/>
          </p:nvPicPr>
          <p:blipFill>
            <a:blip r:embed="rId5">
              <a:alphaModFix/>
            </a:blip>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252" name="Shape 252"/>
        <p:cNvGrpSpPr/>
        <p:nvPr/>
      </p:nvGrpSpPr>
      <p:grpSpPr>
        <a:xfrm>
          <a:off x="0" y="0"/>
          <a:ext cx="0" cy="0"/>
          <a:chOff x="0" y="0"/>
          <a:chExt cx="0" cy="0"/>
        </a:xfrm>
      </p:grpSpPr>
      <p:pic>
        <p:nvPicPr>
          <p:cNvPr id="253" name="Google Shape;253;p25"/>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54" name="Google Shape;254;p2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55" name="Google Shape;255;p25"/>
          <p:cNvGrpSpPr/>
          <p:nvPr/>
        </p:nvGrpSpPr>
        <p:grpSpPr>
          <a:xfrm flipH="1">
            <a:off x="2620475" y="0"/>
            <a:ext cx="6523526" cy="369900"/>
            <a:chOff x="0" y="0"/>
            <a:chExt cx="6523526" cy="369900"/>
          </a:xfrm>
        </p:grpSpPr>
        <p:pic>
          <p:nvPicPr>
            <p:cNvPr id="256" name="Google Shape;256;p25"/>
            <p:cNvPicPr preferRelativeResize="0"/>
            <p:nvPr/>
          </p:nvPicPr>
          <p:blipFill>
            <a:blip r:embed="rId3">
              <a:alphaModFix/>
            </a:blip>
            <a:stretch>
              <a:fillRect/>
            </a:stretch>
          </p:blipFill>
          <p:spPr>
            <a:xfrm>
              <a:off x="0" y="0"/>
              <a:ext cx="6523526" cy="369900"/>
            </a:xfrm>
            <a:prstGeom prst="rect">
              <a:avLst/>
            </a:prstGeom>
            <a:noFill/>
            <a:ln>
              <a:noFill/>
            </a:ln>
          </p:spPr>
        </p:pic>
        <p:pic>
          <p:nvPicPr>
            <p:cNvPr id="257" name="Google Shape;257;p25"/>
            <p:cNvPicPr preferRelativeResize="0"/>
            <p:nvPr/>
          </p:nvPicPr>
          <p:blipFill>
            <a:blip r:embed="rId4">
              <a:alphaModFix/>
            </a:blip>
            <a:stretch>
              <a:fillRect/>
            </a:stretch>
          </p:blipFill>
          <p:spPr>
            <a:xfrm>
              <a:off x="265125" y="150455"/>
              <a:ext cx="1585464" cy="69000"/>
            </a:xfrm>
            <a:prstGeom prst="rect">
              <a:avLst/>
            </a:prstGeom>
            <a:noFill/>
            <a:ln>
              <a:noFill/>
            </a:ln>
          </p:spPr>
        </p:pic>
      </p:grpSp>
      <p:pic>
        <p:nvPicPr>
          <p:cNvPr id="258" name="Google Shape;258;p25"/>
          <p:cNvPicPr preferRelativeResize="0"/>
          <p:nvPr/>
        </p:nvPicPr>
        <p:blipFill rotWithShape="1">
          <a:blip r:embed="rId5">
            <a:alphaModFix/>
          </a:blip>
          <a:srcRect b="41941" l="0" r="56111" t="0"/>
          <a:stretch/>
        </p:blipFill>
        <p:spPr>
          <a:xfrm rot="-5400000">
            <a:off x="8325038" y="4266787"/>
            <a:ext cx="775950" cy="784125"/>
          </a:xfrm>
          <a:prstGeom prst="rect">
            <a:avLst/>
          </a:prstGeom>
          <a:noFill/>
          <a:ln>
            <a:noFill/>
          </a:ln>
        </p:spPr>
      </p:pic>
      <p:pic>
        <p:nvPicPr>
          <p:cNvPr id="259" name="Google Shape;259;p25"/>
          <p:cNvPicPr preferRelativeResize="0"/>
          <p:nvPr/>
        </p:nvPicPr>
        <p:blipFill>
          <a:blip r:embed="rId6">
            <a:alphaModFix/>
          </a:blip>
          <a:stretch>
            <a:fillRect/>
          </a:stretch>
        </p:blipFill>
        <p:spPr>
          <a:xfrm flipH="1" rot="-5400000">
            <a:off x="0" y="4170725"/>
            <a:ext cx="972775" cy="9727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260" name="Shape 260"/>
        <p:cNvGrpSpPr/>
        <p:nvPr/>
      </p:nvGrpSpPr>
      <p:grpSpPr>
        <a:xfrm>
          <a:off x="0" y="0"/>
          <a:ext cx="0" cy="0"/>
          <a:chOff x="0" y="0"/>
          <a:chExt cx="0" cy="0"/>
        </a:xfrm>
      </p:grpSpPr>
      <p:pic>
        <p:nvPicPr>
          <p:cNvPr id="261" name="Google Shape;261;p26"/>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62" name="Google Shape;262;p2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263" name="Google Shape;263;p26"/>
          <p:cNvPicPr preferRelativeResize="0"/>
          <p:nvPr/>
        </p:nvPicPr>
        <p:blipFill rotWithShape="1">
          <a:blip r:embed="rId3">
            <a:alphaModFix/>
          </a:blip>
          <a:srcRect b="35496" l="0" r="0" t="129"/>
          <a:stretch/>
        </p:blipFill>
        <p:spPr>
          <a:xfrm>
            <a:off x="6296175" y="4293872"/>
            <a:ext cx="1716701" cy="844200"/>
          </a:xfrm>
          <a:prstGeom prst="rect">
            <a:avLst/>
          </a:prstGeom>
          <a:noFill/>
          <a:ln>
            <a:noFill/>
          </a:ln>
        </p:spPr>
      </p:pic>
      <p:grpSp>
        <p:nvGrpSpPr>
          <p:cNvPr id="264" name="Google Shape;264;p26"/>
          <p:cNvGrpSpPr/>
          <p:nvPr/>
        </p:nvGrpSpPr>
        <p:grpSpPr>
          <a:xfrm>
            <a:off x="0" y="0"/>
            <a:ext cx="3789523" cy="359400"/>
            <a:chOff x="0" y="0"/>
            <a:chExt cx="3789523" cy="359400"/>
          </a:xfrm>
        </p:grpSpPr>
        <p:pic>
          <p:nvPicPr>
            <p:cNvPr id="265" name="Google Shape;265;p26"/>
            <p:cNvPicPr preferRelativeResize="0"/>
            <p:nvPr/>
          </p:nvPicPr>
          <p:blipFill>
            <a:blip r:embed="rId4">
              <a:alphaModFix/>
            </a:blip>
            <a:stretch>
              <a:fillRect/>
            </a:stretch>
          </p:blipFill>
          <p:spPr>
            <a:xfrm>
              <a:off x="0" y="0"/>
              <a:ext cx="3789523" cy="359400"/>
            </a:xfrm>
            <a:prstGeom prst="rect">
              <a:avLst/>
            </a:prstGeom>
            <a:noFill/>
            <a:ln>
              <a:noFill/>
            </a:ln>
          </p:spPr>
        </p:pic>
        <p:pic>
          <p:nvPicPr>
            <p:cNvPr id="266" name="Google Shape;266;p26"/>
            <p:cNvPicPr preferRelativeResize="0"/>
            <p:nvPr/>
          </p:nvPicPr>
          <p:blipFill>
            <a:blip r:embed="rId5">
              <a:alphaModFix/>
            </a:blip>
            <a:stretch>
              <a:fillRect/>
            </a:stretch>
          </p:blipFill>
          <p:spPr>
            <a:xfrm>
              <a:off x="265125" y="145205"/>
              <a:ext cx="1585464" cy="69000"/>
            </a:xfrm>
            <a:prstGeom prst="rect">
              <a:avLst/>
            </a:prstGeom>
            <a:noFill/>
            <a:ln>
              <a:noFill/>
            </a:ln>
          </p:spPr>
        </p:pic>
      </p:grpSp>
      <p:pic>
        <p:nvPicPr>
          <p:cNvPr id="267" name="Google Shape;267;p26"/>
          <p:cNvPicPr preferRelativeResize="0"/>
          <p:nvPr/>
        </p:nvPicPr>
        <p:blipFill>
          <a:blip r:embed="rId6">
            <a:alphaModFix/>
          </a:blip>
          <a:stretch>
            <a:fillRect/>
          </a:stretch>
        </p:blipFill>
        <p:spPr>
          <a:xfrm flipH="1" rot="10800000">
            <a:off x="8171225" y="4170725"/>
            <a:ext cx="972775" cy="9727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268" name="Shape 268"/>
        <p:cNvGrpSpPr/>
        <p:nvPr/>
      </p:nvGrpSpPr>
      <p:grpSpPr>
        <a:xfrm>
          <a:off x="0" y="0"/>
          <a:ext cx="0" cy="0"/>
          <a:chOff x="0" y="0"/>
          <a:chExt cx="0" cy="0"/>
        </a:xfrm>
      </p:grpSpPr>
      <p:pic>
        <p:nvPicPr>
          <p:cNvPr id="269" name="Google Shape;269;p27"/>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70" name="Google Shape;270;p2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71" name="Google Shape;271;p27"/>
          <p:cNvGrpSpPr/>
          <p:nvPr/>
        </p:nvGrpSpPr>
        <p:grpSpPr>
          <a:xfrm flipH="1" rot="10800000">
            <a:off x="5131123" y="0"/>
            <a:ext cx="4012877" cy="359400"/>
            <a:chOff x="5129348" y="4780863"/>
            <a:chExt cx="4012877" cy="359400"/>
          </a:xfrm>
        </p:grpSpPr>
        <p:pic>
          <p:nvPicPr>
            <p:cNvPr id="272" name="Google Shape;272;p27"/>
            <p:cNvPicPr preferRelativeResize="0"/>
            <p:nvPr/>
          </p:nvPicPr>
          <p:blipFill>
            <a:blip r:embed="rId3">
              <a:alphaModFix/>
            </a:blip>
            <a:stretch>
              <a:fillRect/>
            </a:stretch>
          </p:blipFill>
          <p:spPr>
            <a:xfrm rot="10800000">
              <a:off x="5129348" y="4780863"/>
              <a:ext cx="4012877" cy="359400"/>
            </a:xfrm>
            <a:prstGeom prst="rect">
              <a:avLst/>
            </a:prstGeom>
            <a:noFill/>
            <a:ln>
              <a:noFill/>
            </a:ln>
          </p:spPr>
        </p:pic>
        <p:pic>
          <p:nvPicPr>
            <p:cNvPr id="273" name="Google Shape;273;p27"/>
            <p:cNvPicPr preferRelativeResize="0"/>
            <p:nvPr/>
          </p:nvPicPr>
          <p:blipFill>
            <a:blip r:embed="rId4">
              <a:alphaModFix/>
            </a:blip>
            <a:stretch>
              <a:fillRect/>
            </a:stretch>
          </p:blipFill>
          <p:spPr>
            <a:xfrm rot="10800000">
              <a:off x="7293388" y="4911768"/>
              <a:ext cx="1585464" cy="69000"/>
            </a:xfrm>
            <a:prstGeom prst="rect">
              <a:avLst/>
            </a:prstGeom>
            <a:noFill/>
            <a:ln>
              <a:noFill/>
            </a:ln>
          </p:spPr>
        </p:pic>
      </p:grpSp>
      <p:pic>
        <p:nvPicPr>
          <p:cNvPr id="274" name="Google Shape;274;p27"/>
          <p:cNvPicPr preferRelativeResize="0"/>
          <p:nvPr/>
        </p:nvPicPr>
        <p:blipFill>
          <a:blip r:embed="rId5">
            <a:alphaModFix/>
          </a:blip>
          <a:stretch>
            <a:fillRect/>
          </a:stretch>
        </p:blipFill>
        <p:spPr>
          <a:xfrm rot="-5400000">
            <a:off x="-25" y="0"/>
            <a:ext cx="972775" cy="9727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6">
    <p:spTree>
      <p:nvGrpSpPr>
        <p:cNvPr id="275" name="Shape 275"/>
        <p:cNvGrpSpPr/>
        <p:nvPr/>
      </p:nvGrpSpPr>
      <p:grpSpPr>
        <a:xfrm>
          <a:off x="0" y="0"/>
          <a:ext cx="0" cy="0"/>
          <a:chOff x="0" y="0"/>
          <a:chExt cx="0" cy="0"/>
        </a:xfrm>
      </p:grpSpPr>
      <p:pic>
        <p:nvPicPr>
          <p:cNvPr id="276" name="Google Shape;276;p2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77" name="Google Shape;277;p2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78" name="Google Shape;278;p28"/>
          <p:cNvGrpSpPr/>
          <p:nvPr/>
        </p:nvGrpSpPr>
        <p:grpSpPr>
          <a:xfrm>
            <a:off x="0" y="12"/>
            <a:ext cx="9144000" cy="5143487"/>
            <a:chOff x="0" y="12"/>
            <a:chExt cx="9144000" cy="5143487"/>
          </a:xfrm>
        </p:grpSpPr>
        <p:pic>
          <p:nvPicPr>
            <p:cNvPr id="279" name="Google Shape;279;p28"/>
            <p:cNvPicPr preferRelativeResize="0"/>
            <p:nvPr/>
          </p:nvPicPr>
          <p:blipFill>
            <a:blip r:embed="rId3">
              <a:alphaModFix/>
            </a:blip>
            <a:stretch>
              <a:fillRect/>
            </a:stretch>
          </p:blipFill>
          <p:spPr>
            <a:xfrm flipH="1" rot="-5400000">
              <a:off x="0" y="4170725"/>
              <a:ext cx="972775" cy="972775"/>
            </a:xfrm>
            <a:prstGeom prst="rect">
              <a:avLst/>
            </a:prstGeom>
            <a:noFill/>
            <a:ln>
              <a:noFill/>
            </a:ln>
          </p:spPr>
        </p:pic>
        <p:pic>
          <p:nvPicPr>
            <p:cNvPr id="280" name="Google Shape;280;p28"/>
            <p:cNvPicPr preferRelativeResize="0"/>
            <p:nvPr/>
          </p:nvPicPr>
          <p:blipFill>
            <a:blip r:embed="rId4">
              <a:alphaModFix/>
            </a:blip>
            <a:stretch>
              <a:fillRect/>
            </a:stretch>
          </p:blipFill>
          <p:spPr>
            <a:xfrm flipH="1" rot="-5400000">
              <a:off x="8171225" y="12"/>
              <a:ext cx="972775" cy="972775"/>
            </a:xfrm>
            <a:prstGeom prst="rect">
              <a:avLst/>
            </a:prstGeom>
            <a:noFill/>
            <a:ln>
              <a:noFill/>
            </a:ln>
          </p:spPr>
        </p:pic>
      </p:grpSp>
      <p:grpSp>
        <p:nvGrpSpPr>
          <p:cNvPr id="281" name="Google Shape;281;p28"/>
          <p:cNvGrpSpPr/>
          <p:nvPr/>
        </p:nvGrpSpPr>
        <p:grpSpPr>
          <a:xfrm rot="10800000">
            <a:off x="0" y="0"/>
            <a:ext cx="4012877" cy="359400"/>
            <a:chOff x="5129346" y="4780863"/>
            <a:chExt cx="4012877" cy="359400"/>
          </a:xfrm>
        </p:grpSpPr>
        <p:pic>
          <p:nvPicPr>
            <p:cNvPr id="282" name="Google Shape;282;p28"/>
            <p:cNvPicPr preferRelativeResize="0"/>
            <p:nvPr/>
          </p:nvPicPr>
          <p:blipFill>
            <a:blip r:embed="rId5">
              <a:alphaModFix/>
            </a:blip>
            <a:stretch>
              <a:fillRect/>
            </a:stretch>
          </p:blipFill>
          <p:spPr>
            <a:xfrm rot="10800000">
              <a:off x="5129346" y="4780863"/>
              <a:ext cx="4012877" cy="359400"/>
            </a:xfrm>
            <a:prstGeom prst="rect">
              <a:avLst/>
            </a:prstGeom>
            <a:noFill/>
            <a:ln>
              <a:noFill/>
            </a:ln>
          </p:spPr>
        </p:pic>
        <p:pic>
          <p:nvPicPr>
            <p:cNvPr id="283" name="Google Shape;283;p28"/>
            <p:cNvPicPr preferRelativeResize="0"/>
            <p:nvPr/>
          </p:nvPicPr>
          <p:blipFill>
            <a:blip r:embed="rId6">
              <a:alphaModFix/>
            </a:blip>
            <a:stretch>
              <a:fillRect/>
            </a:stretch>
          </p:blipFill>
          <p:spPr>
            <a:xfrm rot="10800000">
              <a:off x="7293388" y="4926068"/>
              <a:ext cx="1585464" cy="69000"/>
            </a:xfrm>
            <a:prstGeom prst="rect">
              <a:avLst/>
            </a:prstGeom>
            <a:noFill/>
            <a:ln>
              <a:noFill/>
            </a:ln>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84" name="Shape 284"/>
        <p:cNvGrpSpPr/>
        <p:nvPr/>
      </p:nvGrpSpPr>
      <p:grpSpPr>
        <a:xfrm>
          <a:off x="0" y="0"/>
          <a:ext cx="0" cy="0"/>
          <a:chOff x="0" y="0"/>
          <a:chExt cx="0" cy="0"/>
        </a:xfrm>
      </p:grpSpPr>
      <p:pic>
        <p:nvPicPr>
          <p:cNvPr id="285" name="Google Shape;285;p2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86" name="Google Shape;286;p29"/>
          <p:cNvSpPr txBox="1"/>
          <p:nvPr>
            <p:ph type="title"/>
          </p:nvPr>
        </p:nvSpPr>
        <p:spPr>
          <a:xfrm>
            <a:off x="713227" y="540000"/>
            <a:ext cx="41514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7" name="Google Shape;287;p29"/>
          <p:cNvSpPr txBox="1"/>
          <p:nvPr>
            <p:ph idx="1" type="subTitle"/>
          </p:nvPr>
        </p:nvSpPr>
        <p:spPr>
          <a:xfrm>
            <a:off x="713213" y="2369350"/>
            <a:ext cx="3699300" cy="105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88" name="Google Shape;288;p29"/>
          <p:cNvSpPr/>
          <p:nvPr>
            <p:ph idx="2" type="pic"/>
          </p:nvPr>
        </p:nvSpPr>
        <p:spPr>
          <a:xfrm>
            <a:off x="713225" y="539550"/>
            <a:ext cx="3072600" cy="4064400"/>
          </a:xfrm>
          <a:prstGeom prst="round2DiagRect">
            <a:avLst>
              <a:gd fmla="val 16667" name="adj1"/>
              <a:gd fmla="val 0" name="adj2"/>
            </a:avLst>
          </a:prstGeom>
          <a:noFill/>
          <a:ln>
            <a:noFill/>
          </a:ln>
        </p:spPr>
      </p:sp>
      <p:grpSp>
        <p:nvGrpSpPr>
          <p:cNvPr id="289" name="Google Shape;289;p29"/>
          <p:cNvGrpSpPr/>
          <p:nvPr/>
        </p:nvGrpSpPr>
        <p:grpSpPr>
          <a:xfrm>
            <a:off x="-6816" y="0"/>
            <a:ext cx="9150952" cy="5153913"/>
            <a:chOff x="-6816" y="0"/>
            <a:chExt cx="9150952" cy="5153913"/>
          </a:xfrm>
        </p:grpSpPr>
        <p:grpSp>
          <p:nvGrpSpPr>
            <p:cNvPr id="290" name="Google Shape;290;p29"/>
            <p:cNvGrpSpPr/>
            <p:nvPr/>
          </p:nvGrpSpPr>
          <p:grpSpPr>
            <a:xfrm flipH="1">
              <a:off x="5354613" y="0"/>
              <a:ext cx="3789523" cy="359400"/>
              <a:chOff x="0" y="0"/>
              <a:chExt cx="3789523" cy="359400"/>
            </a:xfrm>
          </p:grpSpPr>
          <p:pic>
            <p:nvPicPr>
              <p:cNvPr id="291" name="Google Shape;291;p29"/>
              <p:cNvPicPr preferRelativeResize="0"/>
              <p:nvPr/>
            </p:nvPicPr>
            <p:blipFill>
              <a:blip r:embed="rId3">
                <a:alphaModFix/>
              </a:blip>
              <a:stretch>
                <a:fillRect/>
              </a:stretch>
            </p:blipFill>
            <p:spPr>
              <a:xfrm>
                <a:off x="0" y="0"/>
                <a:ext cx="3789523" cy="359400"/>
              </a:xfrm>
              <a:prstGeom prst="rect">
                <a:avLst/>
              </a:prstGeom>
              <a:noFill/>
              <a:ln>
                <a:noFill/>
              </a:ln>
            </p:spPr>
          </p:pic>
          <p:pic>
            <p:nvPicPr>
              <p:cNvPr id="292" name="Google Shape;292;p29"/>
              <p:cNvPicPr preferRelativeResize="0"/>
              <p:nvPr/>
            </p:nvPicPr>
            <p:blipFill>
              <a:blip r:embed="rId4">
                <a:alphaModFix/>
              </a:blip>
              <a:stretch>
                <a:fillRect/>
              </a:stretch>
            </p:blipFill>
            <p:spPr>
              <a:xfrm>
                <a:off x="265125" y="145205"/>
                <a:ext cx="1585464" cy="69000"/>
              </a:xfrm>
              <a:prstGeom prst="rect">
                <a:avLst/>
              </a:prstGeom>
              <a:noFill/>
              <a:ln>
                <a:noFill/>
              </a:ln>
            </p:spPr>
          </p:pic>
        </p:grpSp>
        <p:grpSp>
          <p:nvGrpSpPr>
            <p:cNvPr id="293" name="Google Shape;293;p29"/>
            <p:cNvGrpSpPr/>
            <p:nvPr/>
          </p:nvGrpSpPr>
          <p:grpSpPr>
            <a:xfrm flipH="1">
              <a:off x="-6816" y="4765888"/>
              <a:ext cx="3785698" cy="388025"/>
              <a:chOff x="5363346" y="4765888"/>
              <a:chExt cx="3785698" cy="388025"/>
            </a:xfrm>
          </p:grpSpPr>
          <p:pic>
            <p:nvPicPr>
              <p:cNvPr id="294" name="Google Shape;294;p29"/>
              <p:cNvPicPr preferRelativeResize="0"/>
              <p:nvPr/>
            </p:nvPicPr>
            <p:blipFill>
              <a:blip r:embed="rId5">
                <a:alphaModFix/>
              </a:blip>
              <a:stretch>
                <a:fillRect/>
              </a:stretch>
            </p:blipFill>
            <p:spPr>
              <a:xfrm rot="10800000">
                <a:off x="5363346" y="4765888"/>
                <a:ext cx="3785698" cy="388025"/>
              </a:xfrm>
              <a:prstGeom prst="rect">
                <a:avLst/>
              </a:prstGeom>
              <a:noFill/>
              <a:ln>
                <a:noFill/>
              </a:ln>
            </p:spPr>
          </p:pic>
          <p:pic>
            <p:nvPicPr>
              <p:cNvPr id="295" name="Google Shape;295;p29"/>
              <p:cNvPicPr preferRelativeResize="0"/>
              <p:nvPr/>
            </p:nvPicPr>
            <p:blipFill>
              <a:blip r:embed="rId4">
                <a:alphaModFix/>
              </a:blip>
              <a:stretch>
                <a:fillRect/>
              </a:stretch>
            </p:blipFill>
            <p:spPr>
              <a:xfrm rot="10800000">
                <a:off x="7300206" y="4925405"/>
                <a:ext cx="1585464" cy="69000"/>
              </a:xfrm>
              <a:prstGeom prst="rect">
                <a:avLst/>
              </a:prstGeom>
              <a:noFill/>
              <a:ln>
                <a:noFill/>
              </a:ln>
            </p:spPr>
          </p:pic>
        </p:grpSp>
      </p:grpSp>
      <p:grpSp>
        <p:nvGrpSpPr>
          <p:cNvPr id="296" name="Google Shape;296;p29"/>
          <p:cNvGrpSpPr/>
          <p:nvPr/>
        </p:nvGrpSpPr>
        <p:grpSpPr>
          <a:xfrm>
            <a:off x="0" y="-11538"/>
            <a:ext cx="9143999" cy="5155025"/>
            <a:chOff x="0" y="-11538"/>
            <a:chExt cx="9143999" cy="5155025"/>
          </a:xfrm>
        </p:grpSpPr>
        <p:pic>
          <p:nvPicPr>
            <p:cNvPr id="297" name="Google Shape;297;p29"/>
            <p:cNvPicPr preferRelativeResize="0"/>
            <p:nvPr/>
          </p:nvPicPr>
          <p:blipFill>
            <a:blip r:embed="rId6">
              <a:alphaModFix/>
            </a:blip>
            <a:stretch>
              <a:fillRect/>
            </a:stretch>
          </p:blipFill>
          <p:spPr>
            <a:xfrm flipH="1">
              <a:off x="0" y="-11538"/>
              <a:ext cx="972775" cy="972775"/>
            </a:xfrm>
            <a:prstGeom prst="rect">
              <a:avLst/>
            </a:prstGeom>
            <a:noFill/>
            <a:ln>
              <a:noFill/>
            </a:ln>
          </p:spPr>
        </p:pic>
        <p:pic>
          <p:nvPicPr>
            <p:cNvPr id="298" name="Google Shape;298;p29"/>
            <p:cNvPicPr preferRelativeResize="0"/>
            <p:nvPr/>
          </p:nvPicPr>
          <p:blipFill>
            <a:blip r:embed="rId7">
              <a:alphaModFix/>
            </a:blip>
            <a:stretch>
              <a:fillRect/>
            </a:stretch>
          </p:blipFill>
          <p:spPr>
            <a:xfrm flipH="1">
              <a:off x="8171224" y="4170713"/>
              <a:ext cx="972775" cy="972775"/>
            </a:xfrm>
            <a:prstGeom prst="rect">
              <a:avLst/>
            </a:prstGeom>
            <a:noFill/>
            <a:ln>
              <a:noFill/>
            </a:ln>
          </p:spPr>
        </p:pic>
      </p:grpSp>
      <p:sp>
        <p:nvSpPr>
          <p:cNvPr id="299" name="Google Shape;299;p29"/>
          <p:cNvSpPr txBox="1"/>
          <p:nvPr/>
        </p:nvSpPr>
        <p:spPr>
          <a:xfrm>
            <a:off x="713224" y="3542325"/>
            <a:ext cx="3425400" cy="6486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Poppins"/>
                <a:ea typeface="Poppins"/>
                <a:cs typeface="Poppins"/>
                <a:sym typeface="Poppins"/>
              </a:rPr>
              <a:t>CREDITS:</a:t>
            </a:r>
            <a:r>
              <a:rPr lang="en" sz="1000">
                <a:solidFill>
                  <a:schemeClr val="dk1"/>
                </a:solidFill>
                <a:latin typeface="Poppins"/>
                <a:ea typeface="Poppins"/>
                <a:cs typeface="Poppins"/>
                <a:sym typeface="Poppins"/>
              </a:rPr>
              <a:t> This presentation template was created by </a:t>
            </a:r>
            <a:r>
              <a:rPr b="1" lang="en" sz="1000" u="sng">
                <a:solidFill>
                  <a:schemeClr val="hlink"/>
                </a:solidFill>
                <a:latin typeface="Poppins"/>
                <a:ea typeface="Poppins"/>
                <a:cs typeface="Poppins"/>
                <a:sym typeface="Poppins"/>
                <a:hlinkClick r:id="rId8"/>
              </a:rPr>
              <a:t>Slidesgo</a:t>
            </a:r>
            <a:r>
              <a:rPr lang="en" sz="1000">
                <a:solidFill>
                  <a:schemeClr val="dk1"/>
                </a:solidFill>
                <a:latin typeface="Poppins"/>
                <a:ea typeface="Poppins"/>
                <a:cs typeface="Poppins"/>
                <a:sym typeface="Poppins"/>
              </a:rPr>
              <a:t>, and includes icons, infographics &amp; images by </a:t>
            </a:r>
            <a:r>
              <a:rPr b="1" lang="en" sz="1000" u="sng">
                <a:solidFill>
                  <a:schemeClr val="dk1"/>
                </a:solidFill>
                <a:latin typeface="Poppins"/>
                <a:ea typeface="Poppins"/>
                <a:cs typeface="Poppins"/>
                <a:sym typeface="Poppins"/>
                <a:hlinkClick r:id="rId9">
                  <a:extLst>
                    <a:ext uri="{A12FA001-AC4F-418D-AE19-62706E023703}">
                      <ahyp:hlinkClr val="tx"/>
                    </a:ext>
                  </a:extLst>
                </a:hlinkClick>
              </a:rPr>
              <a:t>Freepik</a:t>
            </a:r>
            <a:r>
              <a:rPr lang="en" sz="1000" u="sng">
                <a:solidFill>
                  <a:schemeClr val="dk1"/>
                </a:solidFill>
                <a:latin typeface="Poppins"/>
                <a:ea typeface="Poppins"/>
                <a:cs typeface="Poppins"/>
                <a:sym typeface="Poppins"/>
              </a:rPr>
              <a:t> </a:t>
            </a:r>
            <a:endParaRPr b="1" sz="1000" u="sng">
              <a:solidFill>
                <a:schemeClr val="dk1"/>
              </a:solidFill>
              <a:latin typeface="Poppins"/>
              <a:ea typeface="Poppins"/>
              <a:cs typeface="Poppins"/>
              <a:sym typeface="Poppi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00" name="Shape 300"/>
        <p:cNvGrpSpPr/>
        <p:nvPr/>
      </p:nvGrpSpPr>
      <p:grpSpPr>
        <a:xfrm>
          <a:off x="0" y="0"/>
          <a:ext cx="0" cy="0"/>
          <a:chOff x="0" y="0"/>
          <a:chExt cx="0" cy="0"/>
        </a:xfrm>
      </p:grpSpPr>
      <p:pic>
        <p:nvPicPr>
          <p:cNvPr id="301" name="Google Shape;301;p30"/>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302" name="Google Shape;302;p30"/>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303" name="Google Shape;303;p30"/>
          <p:cNvPicPr preferRelativeResize="0"/>
          <p:nvPr/>
        </p:nvPicPr>
        <p:blipFill rotWithShape="1">
          <a:blip r:embed="rId3">
            <a:alphaModFix/>
          </a:blip>
          <a:srcRect b="130" l="0" r="0" t="130"/>
          <a:stretch/>
        </p:blipFill>
        <p:spPr>
          <a:xfrm rot="-5400000">
            <a:off x="-145124" y="3582752"/>
            <a:ext cx="1716695" cy="1307947"/>
          </a:xfrm>
          <a:prstGeom prst="rect">
            <a:avLst/>
          </a:prstGeom>
          <a:noFill/>
          <a:ln>
            <a:noFill/>
          </a:ln>
        </p:spPr>
      </p:pic>
      <p:pic>
        <p:nvPicPr>
          <p:cNvPr id="304" name="Google Shape;304;p30"/>
          <p:cNvPicPr preferRelativeResize="0"/>
          <p:nvPr/>
        </p:nvPicPr>
        <p:blipFill>
          <a:blip r:embed="rId4">
            <a:alphaModFix/>
          </a:blip>
          <a:stretch>
            <a:fillRect/>
          </a:stretch>
        </p:blipFill>
        <p:spPr>
          <a:xfrm>
            <a:off x="7906088" y="-13650"/>
            <a:ext cx="1251550" cy="1251550"/>
          </a:xfrm>
          <a:prstGeom prst="rect">
            <a:avLst/>
          </a:prstGeom>
          <a:noFill/>
          <a:ln>
            <a:noFill/>
          </a:ln>
        </p:spPr>
      </p:pic>
      <p:grpSp>
        <p:nvGrpSpPr>
          <p:cNvPr id="305" name="Google Shape;305;p30"/>
          <p:cNvGrpSpPr/>
          <p:nvPr/>
        </p:nvGrpSpPr>
        <p:grpSpPr>
          <a:xfrm>
            <a:off x="0" y="-13638"/>
            <a:ext cx="8878852" cy="4923618"/>
            <a:chOff x="0" y="-13638"/>
            <a:chExt cx="8878852" cy="4923618"/>
          </a:xfrm>
        </p:grpSpPr>
        <p:pic>
          <p:nvPicPr>
            <p:cNvPr id="306" name="Google Shape;306;p30"/>
            <p:cNvPicPr preferRelativeResize="0"/>
            <p:nvPr/>
          </p:nvPicPr>
          <p:blipFill>
            <a:blip r:embed="rId5">
              <a:alphaModFix/>
            </a:blip>
            <a:stretch>
              <a:fillRect/>
            </a:stretch>
          </p:blipFill>
          <p:spPr>
            <a:xfrm rot="10800000">
              <a:off x="7293388" y="4840980"/>
              <a:ext cx="1585464" cy="69000"/>
            </a:xfrm>
            <a:prstGeom prst="rect">
              <a:avLst/>
            </a:prstGeom>
            <a:noFill/>
            <a:ln>
              <a:noFill/>
            </a:ln>
          </p:spPr>
        </p:pic>
        <p:grpSp>
          <p:nvGrpSpPr>
            <p:cNvPr id="307" name="Google Shape;307;p30"/>
            <p:cNvGrpSpPr/>
            <p:nvPr/>
          </p:nvGrpSpPr>
          <p:grpSpPr>
            <a:xfrm>
              <a:off x="0" y="-13638"/>
              <a:ext cx="6523526" cy="536050"/>
              <a:chOff x="0" y="-13638"/>
              <a:chExt cx="6523526" cy="536050"/>
            </a:xfrm>
          </p:grpSpPr>
          <p:pic>
            <p:nvPicPr>
              <p:cNvPr id="308" name="Google Shape;308;p30"/>
              <p:cNvPicPr preferRelativeResize="0"/>
              <p:nvPr/>
            </p:nvPicPr>
            <p:blipFill>
              <a:blip r:embed="rId6">
                <a:alphaModFix/>
              </a:blip>
              <a:stretch>
                <a:fillRect/>
              </a:stretch>
            </p:blipFill>
            <p:spPr>
              <a:xfrm>
                <a:off x="0" y="-13638"/>
                <a:ext cx="6523526" cy="536050"/>
              </a:xfrm>
              <a:prstGeom prst="rect">
                <a:avLst/>
              </a:prstGeom>
              <a:noFill/>
              <a:ln>
                <a:noFill/>
              </a:ln>
            </p:spPr>
          </p:pic>
          <p:pic>
            <p:nvPicPr>
              <p:cNvPr id="309" name="Google Shape;309;p30"/>
              <p:cNvPicPr preferRelativeResize="0"/>
              <p:nvPr/>
            </p:nvPicPr>
            <p:blipFill>
              <a:blip r:embed="rId5">
                <a:alphaModFix/>
              </a:blip>
              <a:stretch>
                <a:fillRect/>
              </a:stretch>
            </p:blipFill>
            <p:spPr>
              <a:xfrm>
                <a:off x="265125" y="232968"/>
                <a:ext cx="1585464" cy="69000"/>
              </a:xfrm>
              <a:prstGeom prst="rect">
                <a:avLst/>
              </a:prstGeom>
              <a:noFill/>
              <a:ln>
                <a:noFill/>
              </a:ln>
            </p:spPr>
          </p:pic>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10" name="Shape 310"/>
        <p:cNvGrpSpPr/>
        <p:nvPr/>
      </p:nvGrpSpPr>
      <p:grpSpPr>
        <a:xfrm>
          <a:off x="0" y="0"/>
          <a:ext cx="0" cy="0"/>
          <a:chOff x="0" y="0"/>
          <a:chExt cx="0" cy="0"/>
        </a:xfrm>
      </p:grpSpPr>
      <p:pic>
        <p:nvPicPr>
          <p:cNvPr id="311" name="Google Shape;311;p31"/>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312" name="Google Shape;312;p31"/>
          <p:cNvPicPr preferRelativeResize="0"/>
          <p:nvPr/>
        </p:nvPicPr>
        <p:blipFill rotWithShape="1">
          <a:blip r:embed="rId3">
            <a:alphaModFix/>
          </a:blip>
          <a:srcRect b="130" l="73637" r="0" t="130"/>
          <a:stretch/>
        </p:blipFill>
        <p:spPr>
          <a:xfrm>
            <a:off x="8632789" y="38875"/>
            <a:ext cx="452574" cy="1307951"/>
          </a:xfrm>
          <a:prstGeom prst="rect">
            <a:avLst/>
          </a:prstGeom>
          <a:noFill/>
          <a:ln>
            <a:noFill/>
          </a:ln>
        </p:spPr>
      </p:pic>
      <p:grpSp>
        <p:nvGrpSpPr>
          <p:cNvPr id="313" name="Google Shape;313;p31"/>
          <p:cNvGrpSpPr/>
          <p:nvPr/>
        </p:nvGrpSpPr>
        <p:grpSpPr>
          <a:xfrm>
            <a:off x="-26" y="-20456"/>
            <a:ext cx="972776" cy="5162894"/>
            <a:chOff x="-26" y="-20456"/>
            <a:chExt cx="972776" cy="5162894"/>
          </a:xfrm>
        </p:grpSpPr>
        <p:pic>
          <p:nvPicPr>
            <p:cNvPr id="314" name="Google Shape;314;p31"/>
            <p:cNvPicPr preferRelativeResize="0"/>
            <p:nvPr/>
          </p:nvPicPr>
          <p:blipFill>
            <a:blip r:embed="rId4">
              <a:alphaModFix/>
            </a:blip>
            <a:stretch>
              <a:fillRect/>
            </a:stretch>
          </p:blipFill>
          <p:spPr>
            <a:xfrm flipH="1">
              <a:off x="-25" y="-20456"/>
              <a:ext cx="972775" cy="972775"/>
            </a:xfrm>
            <a:prstGeom prst="rect">
              <a:avLst/>
            </a:prstGeom>
            <a:noFill/>
            <a:ln>
              <a:noFill/>
            </a:ln>
          </p:spPr>
        </p:pic>
        <p:pic>
          <p:nvPicPr>
            <p:cNvPr id="315" name="Google Shape;315;p31"/>
            <p:cNvPicPr preferRelativeResize="0"/>
            <p:nvPr/>
          </p:nvPicPr>
          <p:blipFill>
            <a:blip r:embed="rId5">
              <a:alphaModFix/>
            </a:blip>
            <a:stretch>
              <a:fillRect/>
            </a:stretch>
          </p:blipFill>
          <p:spPr>
            <a:xfrm flipH="1" rot="5400000">
              <a:off x="-26" y="4169663"/>
              <a:ext cx="972775" cy="972775"/>
            </a:xfrm>
            <a:prstGeom prst="rect">
              <a:avLst/>
            </a:prstGeom>
            <a:noFill/>
            <a:ln>
              <a:noFill/>
            </a:ln>
          </p:spPr>
        </p:pic>
      </p:grpSp>
      <p:grpSp>
        <p:nvGrpSpPr>
          <p:cNvPr id="316" name="Google Shape;316;p31"/>
          <p:cNvGrpSpPr/>
          <p:nvPr/>
        </p:nvGrpSpPr>
        <p:grpSpPr>
          <a:xfrm rot="10800000">
            <a:off x="5368113" y="4784100"/>
            <a:ext cx="3789523" cy="359400"/>
            <a:chOff x="-13638" y="0"/>
            <a:chExt cx="3789523" cy="359400"/>
          </a:xfrm>
        </p:grpSpPr>
        <p:pic>
          <p:nvPicPr>
            <p:cNvPr id="317" name="Google Shape;317;p31"/>
            <p:cNvPicPr preferRelativeResize="0"/>
            <p:nvPr/>
          </p:nvPicPr>
          <p:blipFill>
            <a:blip r:embed="rId6">
              <a:alphaModFix/>
            </a:blip>
            <a:stretch>
              <a:fillRect/>
            </a:stretch>
          </p:blipFill>
          <p:spPr>
            <a:xfrm>
              <a:off x="-13638" y="0"/>
              <a:ext cx="3789523" cy="359400"/>
            </a:xfrm>
            <a:prstGeom prst="rect">
              <a:avLst/>
            </a:prstGeom>
            <a:noFill/>
            <a:ln>
              <a:noFill/>
            </a:ln>
          </p:spPr>
        </p:pic>
        <p:pic>
          <p:nvPicPr>
            <p:cNvPr id="318" name="Google Shape;318;p31"/>
            <p:cNvPicPr preferRelativeResize="0"/>
            <p:nvPr/>
          </p:nvPicPr>
          <p:blipFill>
            <a:blip r:embed="rId7">
              <a:alphaModFix/>
            </a:blip>
            <a:stretch>
              <a:fillRect/>
            </a:stretch>
          </p:blipFill>
          <p:spPr>
            <a:xfrm>
              <a:off x="265125" y="145205"/>
              <a:ext cx="1585464" cy="69000"/>
            </a:xfrm>
            <a:prstGeom prst="rect">
              <a:avLst/>
            </a:prstGeom>
            <a:noFill/>
            <a:ln>
              <a:noFill/>
            </a:ln>
          </p:spPr>
        </p:pic>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11">
    <p:spTree>
      <p:nvGrpSpPr>
        <p:cNvPr id="319" name="Shape 319"/>
        <p:cNvGrpSpPr/>
        <p:nvPr/>
      </p:nvGrpSpPr>
      <p:grpSpPr>
        <a:xfrm>
          <a:off x="0" y="0"/>
          <a:ext cx="0" cy="0"/>
          <a:chOff x="0" y="0"/>
          <a:chExt cx="0" cy="0"/>
        </a:xfrm>
      </p:grpSpPr>
      <p:sp>
        <p:nvSpPr>
          <p:cNvPr id="320" name="Google Shape;320;p32"/>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Arial"/>
              <a:buNone/>
              <a:defRPr>
                <a:solidFill>
                  <a:schemeClr val="lt1"/>
                </a:solidFill>
                <a:latin typeface="Arial"/>
                <a:ea typeface="Arial"/>
                <a:cs typeface="Arial"/>
                <a:sym typeface="Arial"/>
              </a:defRPr>
            </a:lvl1pPr>
            <a:lvl2pPr lvl="1">
              <a:spcBef>
                <a:spcPts val="0"/>
              </a:spcBef>
              <a:spcAft>
                <a:spcPts val="0"/>
              </a:spcAft>
              <a:buSzPts val="3000"/>
              <a:buFont typeface="Arial"/>
              <a:buNone/>
              <a:defRPr>
                <a:latin typeface="Arial"/>
                <a:ea typeface="Arial"/>
                <a:cs typeface="Arial"/>
                <a:sym typeface="Arial"/>
              </a:defRPr>
            </a:lvl2pPr>
            <a:lvl3pPr lvl="2">
              <a:spcBef>
                <a:spcPts val="0"/>
              </a:spcBef>
              <a:spcAft>
                <a:spcPts val="0"/>
              </a:spcAft>
              <a:buSzPts val="3000"/>
              <a:buFont typeface="Arial"/>
              <a:buNone/>
              <a:defRPr>
                <a:latin typeface="Arial"/>
                <a:ea typeface="Arial"/>
                <a:cs typeface="Arial"/>
                <a:sym typeface="Arial"/>
              </a:defRPr>
            </a:lvl3pPr>
            <a:lvl4pPr lvl="3">
              <a:spcBef>
                <a:spcPts val="0"/>
              </a:spcBef>
              <a:spcAft>
                <a:spcPts val="0"/>
              </a:spcAft>
              <a:buSzPts val="3000"/>
              <a:buFont typeface="Arial"/>
              <a:buNone/>
              <a:defRPr>
                <a:latin typeface="Arial"/>
                <a:ea typeface="Arial"/>
                <a:cs typeface="Arial"/>
                <a:sym typeface="Arial"/>
              </a:defRPr>
            </a:lvl4pPr>
            <a:lvl5pPr lvl="4">
              <a:spcBef>
                <a:spcPts val="0"/>
              </a:spcBef>
              <a:spcAft>
                <a:spcPts val="0"/>
              </a:spcAft>
              <a:buSzPts val="3000"/>
              <a:buFont typeface="Arial"/>
              <a:buNone/>
              <a:defRPr>
                <a:latin typeface="Arial"/>
                <a:ea typeface="Arial"/>
                <a:cs typeface="Arial"/>
                <a:sym typeface="Arial"/>
              </a:defRPr>
            </a:lvl5pPr>
            <a:lvl6pPr lvl="5">
              <a:spcBef>
                <a:spcPts val="0"/>
              </a:spcBef>
              <a:spcAft>
                <a:spcPts val="0"/>
              </a:spcAft>
              <a:buSzPts val="3000"/>
              <a:buFont typeface="Arial"/>
              <a:buNone/>
              <a:defRPr>
                <a:latin typeface="Arial"/>
                <a:ea typeface="Arial"/>
                <a:cs typeface="Arial"/>
                <a:sym typeface="Arial"/>
              </a:defRPr>
            </a:lvl6pPr>
            <a:lvl7pPr lvl="6">
              <a:spcBef>
                <a:spcPts val="0"/>
              </a:spcBef>
              <a:spcAft>
                <a:spcPts val="0"/>
              </a:spcAft>
              <a:buSzPts val="3000"/>
              <a:buFont typeface="Arial"/>
              <a:buNone/>
              <a:defRPr>
                <a:latin typeface="Arial"/>
                <a:ea typeface="Arial"/>
                <a:cs typeface="Arial"/>
                <a:sym typeface="Arial"/>
              </a:defRPr>
            </a:lvl7pPr>
            <a:lvl8pPr lvl="7">
              <a:spcBef>
                <a:spcPts val="0"/>
              </a:spcBef>
              <a:spcAft>
                <a:spcPts val="0"/>
              </a:spcAft>
              <a:buSzPts val="3000"/>
              <a:buFont typeface="Arial"/>
              <a:buNone/>
              <a:defRPr>
                <a:latin typeface="Arial"/>
                <a:ea typeface="Arial"/>
                <a:cs typeface="Arial"/>
                <a:sym typeface="Arial"/>
              </a:defRPr>
            </a:lvl8pPr>
            <a:lvl9pPr lvl="8">
              <a:spcBef>
                <a:spcPts val="0"/>
              </a:spcBef>
              <a:spcAft>
                <a:spcPts val="0"/>
              </a:spcAft>
              <a:buSzPts val="30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1pPr>
            <a:lvl2pPr lvl="1"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2pPr>
            <a:lvl3pPr lvl="2"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3pPr>
            <a:lvl4pPr lvl="3"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4pPr>
            <a:lvl5pPr lvl="4"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5pPr>
            <a:lvl6pPr lvl="5"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6pPr>
            <a:lvl7pPr lvl="6"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7pPr>
            <a:lvl8pPr lvl="7"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8pPr>
            <a:lvl9pPr lvl="8"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1pPr>
            <a:lvl2pPr indent="-304800" lvl="1" marL="9144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2pPr>
            <a:lvl3pPr indent="-304800" lvl="2" marL="13716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indent="-304800" lvl="3" marL="1828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4pPr>
            <a:lvl5pPr indent="-304800" lvl="4" marL="22860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5pPr>
            <a:lvl6pPr indent="-304800" lvl="5" marL="27432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6pPr>
            <a:lvl7pPr indent="-304800" lvl="6" marL="32004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7pPr>
            <a:lvl8pPr indent="-304800" lvl="7" marL="36576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8pPr>
            <a:lvl9pPr indent="-304800" lvl="8" marL="411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3"/>
          <p:cNvSpPr txBox="1"/>
          <p:nvPr>
            <p:ph type="ctrTitle"/>
          </p:nvPr>
        </p:nvSpPr>
        <p:spPr>
          <a:xfrm>
            <a:off x="327300" y="958000"/>
            <a:ext cx="8489400" cy="2174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200"/>
              <a:t>Predicting </a:t>
            </a:r>
            <a:r>
              <a:rPr lang="en" sz="4200"/>
              <a:t>Mental Health with Sociodemographic Factors</a:t>
            </a:r>
            <a:endParaRPr sz="4200"/>
          </a:p>
        </p:txBody>
      </p:sp>
      <p:sp>
        <p:nvSpPr>
          <p:cNvPr id="326" name="Google Shape;326;p33"/>
          <p:cNvSpPr txBox="1"/>
          <p:nvPr>
            <p:ph idx="1" type="subTitle"/>
          </p:nvPr>
        </p:nvSpPr>
        <p:spPr>
          <a:xfrm>
            <a:off x="972300" y="3251527"/>
            <a:ext cx="7199400" cy="421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Jana Kassem, Jade Lightfoot, Swati Misra, Amanda Roberts, and Ridisha Saquib</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a:t>
            </a:r>
            <a:r>
              <a:rPr lang="en"/>
              <a:t>Data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32" name="Google Shape;332;p34"/>
          <p:cNvSpPr/>
          <p:nvPr/>
        </p:nvSpPr>
        <p:spPr>
          <a:xfrm>
            <a:off x="1208575" y="1292300"/>
            <a:ext cx="2940000" cy="3223800"/>
          </a:xfrm>
          <a:prstGeom prst="snip2DiagRect">
            <a:avLst>
              <a:gd fmla="val 0" name="adj1"/>
              <a:gd fmla="val 16667"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4"/>
          <p:cNvSpPr txBox="1"/>
          <p:nvPr/>
        </p:nvSpPr>
        <p:spPr>
          <a:xfrm>
            <a:off x="1208575" y="1811975"/>
            <a:ext cx="2783400" cy="25386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434343"/>
              </a:buClr>
              <a:buSzPts val="1400"/>
              <a:buFont typeface="Open Sans"/>
              <a:buChar char="○"/>
            </a:pPr>
            <a:r>
              <a:rPr b="1" lang="en">
                <a:solidFill>
                  <a:srgbClr val="434343"/>
                </a:solidFill>
                <a:latin typeface="Poppins"/>
                <a:ea typeface="Poppins"/>
                <a:cs typeface="Poppins"/>
                <a:sym typeface="Poppins"/>
              </a:rPr>
              <a:t>Source</a:t>
            </a:r>
            <a:r>
              <a:rPr lang="en">
                <a:solidFill>
                  <a:srgbClr val="434343"/>
                </a:solidFill>
                <a:latin typeface="Poppins"/>
                <a:ea typeface="Poppins"/>
                <a:cs typeface="Poppins"/>
                <a:sym typeface="Poppins"/>
              </a:rPr>
              <a:t>: American Community Survey (ACS) 2015 5-Year Estimates (2015-2019)</a:t>
            </a:r>
            <a:endParaRPr>
              <a:solidFill>
                <a:srgbClr val="434343"/>
              </a:solidFill>
              <a:latin typeface="Poppins"/>
              <a:ea typeface="Poppins"/>
              <a:cs typeface="Poppins"/>
              <a:sym typeface="Poppins"/>
            </a:endParaRPr>
          </a:p>
          <a:p>
            <a:pPr indent="-317500" lvl="0" marL="457200" rtl="0" algn="l">
              <a:lnSpc>
                <a:spcPct val="150000"/>
              </a:lnSpc>
              <a:spcBef>
                <a:spcPts val="0"/>
              </a:spcBef>
              <a:spcAft>
                <a:spcPts val="0"/>
              </a:spcAft>
              <a:buClr>
                <a:srgbClr val="434343"/>
              </a:buClr>
              <a:buSzPts val="1400"/>
              <a:buFont typeface="Open Sans"/>
              <a:buChar char="○"/>
            </a:pPr>
            <a:r>
              <a:rPr b="1" lang="en">
                <a:solidFill>
                  <a:srgbClr val="434343"/>
                </a:solidFill>
                <a:latin typeface="Poppins"/>
                <a:ea typeface="Poppins"/>
                <a:cs typeface="Poppins"/>
                <a:sym typeface="Poppins"/>
              </a:rPr>
              <a:t>Variables</a:t>
            </a:r>
            <a:r>
              <a:rPr lang="en">
                <a:solidFill>
                  <a:srgbClr val="434343"/>
                </a:solidFill>
                <a:latin typeface="Poppins"/>
                <a:ea typeface="Poppins"/>
                <a:cs typeface="Poppins"/>
                <a:sym typeface="Poppins"/>
              </a:rPr>
              <a:t>: economic, education, and demographic</a:t>
            </a:r>
            <a:endParaRPr>
              <a:solidFill>
                <a:srgbClr val="434343"/>
              </a:solidFill>
              <a:latin typeface="Poppins"/>
              <a:ea typeface="Poppins"/>
              <a:cs typeface="Poppins"/>
              <a:sym typeface="Poppins"/>
            </a:endParaRPr>
          </a:p>
          <a:p>
            <a:pPr indent="0" lvl="0" marL="0" rtl="0" algn="ctr">
              <a:lnSpc>
                <a:spcPct val="115000"/>
              </a:lnSpc>
              <a:spcBef>
                <a:spcPts val="1600"/>
              </a:spcBef>
              <a:spcAft>
                <a:spcPts val="1600"/>
              </a:spcAft>
              <a:buNone/>
            </a:pPr>
            <a:r>
              <a:t/>
            </a:r>
            <a:endParaRPr>
              <a:solidFill>
                <a:srgbClr val="434343"/>
              </a:solidFill>
              <a:latin typeface="Poppins"/>
              <a:ea typeface="Poppins"/>
              <a:cs typeface="Poppins"/>
              <a:sym typeface="Poppins"/>
            </a:endParaRPr>
          </a:p>
        </p:txBody>
      </p:sp>
      <p:sp>
        <p:nvSpPr>
          <p:cNvPr id="334" name="Google Shape;334;p34"/>
          <p:cNvSpPr txBox="1"/>
          <p:nvPr/>
        </p:nvSpPr>
        <p:spPr>
          <a:xfrm>
            <a:off x="1208575" y="1380649"/>
            <a:ext cx="2783400" cy="321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2000">
                <a:solidFill>
                  <a:srgbClr val="434343"/>
                </a:solidFill>
                <a:latin typeface="Poppins"/>
                <a:ea typeface="Poppins"/>
                <a:cs typeface="Poppins"/>
                <a:sym typeface="Poppins"/>
              </a:rPr>
              <a:t>Sociodemographic</a:t>
            </a:r>
            <a:endParaRPr b="1" sz="2000">
              <a:solidFill>
                <a:srgbClr val="434343"/>
              </a:solidFill>
              <a:latin typeface="Poppins"/>
              <a:ea typeface="Poppins"/>
              <a:cs typeface="Poppins"/>
              <a:sym typeface="Poppins"/>
            </a:endParaRPr>
          </a:p>
        </p:txBody>
      </p:sp>
      <p:sp>
        <p:nvSpPr>
          <p:cNvPr id="335" name="Google Shape;335;p34"/>
          <p:cNvSpPr/>
          <p:nvPr/>
        </p:nvSpPr>
        <p:spPr>
          <a:xfrm>
            <a:off x="4995425" y="1336475"/>
            <a:ext cx="2940000" cy="3223800"/>
          </a:xfrm>
          <a:prstGeom prst="snip2DiagRect">
            <a:avLst>
              <a:gd fmla="val 0" name="adj1"/>
              <a:gd fmla="val 16667"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4"/>
          <p:cNvSpPr txBox="1"/>
          <p:nvPr/>
        </p:nvSpPr>
        <p:spPr>
          <a:xfrm>
            <a:off x="4995425" y="1856150"/>
            <a:ext cx="2783400" cy="25386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434343"/>
              </a:buClr>
              <a:buSzPts val="1400"/>
              <a:buFont typeface="Open Sans"/>
              <a:buChar char="○"/>
            </a:pPr>
            <a:r>
              <a:rPr b="1" lang="en">
                <a:solidFill>
                  <a:srgbClr val="434343"/>
                </a:solidFill>
                <a:latin typeface="Poppins"/>
                <a:ea typeface="Poppins"/>
                <a:cs typeface="Poppins"/>
                <a:sym typeface="Poppins"/>
              </a:rPr>
              <a:t>Source</a:t>
            </a:r>
            <a:r>
              <a:rPr lang="en">
                <a:solidFill>
                  <a:srgbClr val="434343"/>
                </a:solidFill>
                <a:latin typeface="Poppins"/>
                <a:ea typeface="Poppins"/>
                <a:cs typeface="Poppins"/>
                <a:sym typeface="Poppins"/>
              </a:rPr>
              <a:t>: 500 Cities CDC (2015-2016)</a:t>
            </a:r>
            <a:endParaRPr>
              <a:solidFill>
                <a:srgbClr val="434343"/>
              </a:solidFill>
              <a:latin typeface="Poppins"/>
              <a:ea typeface="Poppins"/>
              <a:cs typeface="Poppins"/>
              <a:sym typeface="Poppins"/>
            </a:endParaRPr>
          </a:p>
          <a:p>
            <a:pPr indent="-317500" lvl="0" marL="457200" rtl="0" algn="l">
              <a:lnSpc>
                <a:spcPct val="150000"/>
              </a:lnSpc>
              <a:spcBef>
                <a:spcPts val="0"/>
              </a:spcBef>
              <a:spcAft>
                <a:spcPts val="0"/>
              </a:spcAft>
              <a:buClr>
                <a:srgbClr val="434343"/>
              </a:buClr>
              <a:buSzPts val="1400"/>
              <a:buFont typeface="Open Sans"/>
              <a:buChar char="○"/>
            </a:pPr>
            <a:r>
              <a:rPr b="1" lang="en">
                <a:solidFill>
                  <a:srgbClr val="434343"/>
                </a:solidFill>
                <a:latin typeface="Poppins"/>
                <a:ea typeface="Poppins"/>
                <a:cs typeface="Poppins"/>
                <a:sym typeface="Poppins"/>
              </a:rPr>
              <a:t>Variables</a:t>
            </a:r>
            <a:r>
              <a:rPr lang="en">
                <a:solidFill>
                  <a:srgbClr val="434343"/>
                </a:solidFill>
                <a:latin typeface="Poppins"/>
                <a:ea typeface="Poppins"/>
                <a:cs typeface="Poppins"/>
                <a:sym typeface="Poppins"/>
              </a:rPr>
              <a:t>: respiratory, cardiovascular, and mental health</a:t>
            </a:r>
            <a:endParaRPr b="1">
              <a:solidFill>
                <a:srgbClr val="434343"/>
              </a:solidFill>
              <a:latin typeface="Poppins"/>
              <a:ea typeface="Poppins"/>
              <a:cs typeface="Poppins"/>
              <a:sym typeface="Poppins"/>
            </a:endParaRPr>
          </a:p>
          <a:p>
            <a:pPr indent="0" lvl="0" marL="0" rtl="0" algn="ctr">
              <a:lnSpc>
                <a:spcPct val="115000"/>
              </a:lnSpc>
              <a:spcBef>
                <a:spcPts val="1600"/>
              </a:spcBef>
              <a:spcAft>
                <a:spcPts val="1600"/>
              </a:spcAft>
              <a:buNone/>
            </a:pPr>
            <a:r>
              <a:t/>
            </a:r>
            <a:endParaRPr>
              <a:solidFill>
                <a:srgbClr val="434343"/>
              </a:solidFill>
              <a:latin typeface="Poppins"/>
              <a:ea typeface="Poppins"/>
              <a:cs typeface="Poppins"/>
              <a:sym typeface="Poppins"/>
            </a:endParaRPr>
          </a:p>
        </p:txBody>
      </p:sp>
      <p:sp>
        <p:nvSpPr>
          <p:cNvPr id="337" name="Google Shape;337;p34"/>
          <p:cNvSpPr txBox="1"/>
          <p:nvPr/>
        </p:nvSpPr>
        <p:spPr>
          <a:xfrm>
            <a:off x="5073725" y="1380661"/>
            <a:ext cx="2783400" cy="321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2000">
                <a:solidFill>
                  <a:srgbClr val="434343"/>
                </a:solidFill>
                <a:latin typeface="Poppins"/>
                <a:ea typeface="Poppins"/>
                <a:cs typeface="Poppins"/>
                <a:sym typeface="Poppins"/>
              </a:rPr>
              <a:t>Health</a:t>
            </a:r>
            <a:endParaRPr b="1" sz="2000">
              <a:solidFill>
                <a:srgbClr val="434343"/>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p35"/>
          <p:cNvPicPr preferRelativeResize="0"/>
          <p:nvPr/>
        </p:nvPicPr>
        <p:blipFill>
          <a:blip r:embed="rId3">
            <a:alphaModFix/>
          </a:blip>
          <a:stretch>
            <a:fillRect/>
          </a:stretch>
        </p:blipFill>
        <p:spPr>
          <a:xfrm>
            <a:off x="1555599" y="607450"/>
            <a:ext cx="6376801" cy="3928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6"/>
          <p:cNvSpPr/>
          <p:nvPr/>
        </p:nvSpPr>
        <p:spPr>
          <a:xfrm>
            <a:off x="1141996" y="1054300"/>
            <a:ext cx="687000" cy="687000"/>
          </a:xfrm>
          <a:prstGeom prst="rect">
            <a:avLst/>
          </a:prstGeom>
          <a:solidFill>
            <a:schemeClr val="lt2"/>
          </a:solidFill>
          <a:ln>
            <a:noFill/>
          </a:ln>
        </p:spPr>
        <p:txBody>
          <a:bodyPr anchorCtr="0" anchor="ctr" bIns="69475" lIns="69475" spcFirstLastPara="1" rIns="69475" wrap="square" tIns="69475">
            <a:noAutofit/>
          </a:bodyPr>
          <a:lstStyle/>
          <a:p>
            <a:pPr indent="0" lvl="0" marL="0" rtl="0" algn="ctr">
              <a:spcBef>
                <a:spcPts val="0"/>
              </a:spcBef>
              <a:spcAft>
                <a:spcPts val="0"/>
              </a:spcAft>
              <a:buNone/>
            </a:pPr>
            <a:r>
              <a:t/>
            </a:r>
            <a:endParaRPr sz="1063">
              <a:latin typeface="Poppins"/>
              <a:ea typeface="Poppins"/>
              <a:cs typeface="Poppins"/>
              <a:sym typeface="Poppins"/>
            </a:endParaRPr>
          </a:p>
        </p:txBody>
      </p:sp>
      <p:sp>
        <p:nvSpPr>
          <p:cNvPr id="348" name="Google Shape;348;p36"/>
          <p:cNvSpPr txBox="1"/>
          <p:nvPr>
            <p:ph type="title"/>
          </p:nvPr>
        </p:nvSpPr>
        <p:spPr>
          <a:xfrm>
            <a:off x="720000" y="3511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Predictive</a:t>
            </a:r>
            <a:r>
              <a:rPr lang="en"/>
              <a:t> Problem</a:t>
            </a:r>
            <a:endParaRPr/>
          </a:p>
        </p:txBody>
      </p:sp>
      <p:sp>
        <p:nvSpPr>
          <p:cNvPr id="349" name="Google Shape;349;p36"/>
          <p:cNvSpPr txBox="1"/>
          <p:nvPr>
            <p:ph idx="2" type="subTitle"/>
          </p:nvPr>
        </p:nvSpPr>
        <p:spPr>
          <a:xfrm>
            <a:off x="3383198" y="1054300"/>
            <a:ext cx="5040900" cy="687000"/>
          </a:xfrm>
          <a:prstGeom prst="rect">
            <a:avLst/>
          </a:prstGeom>
        </p:spPr>
        <p:txBody>
          <a:bodyPr anchorCtr="0" anchor="ctr" bIns="69475" lIns="69475" spcFirstLastPara="1" rIns="69475" wrap="square" tIns="69475">
            <a:noAutofit/>
          </a:bodyPr>
          <a:lstStyle/>
          <a:p>
            <a:pPr indent="0" lvl="0" marL="0" rtl="0" algn="l">
              <a:lnSpc>
                <a:spcPct val="115000"/>
              </a:lnSpc>
              <a:spcBef>
                <a:spcPts val="0"/>
              </a:spcBef>
              <a:spcAft>
                <a:spcPts val="0"/>
              </a:spcAft>
              <a:buNone/>
            </a:pPr>
            <a:r>
              <a:rPr lang="en" sz="1367">
                <a:solidFill>
                  <a:srgbClr val="000000"/>
                </a:solidFill>
              </a:rPr>
              <a:t>Predicting mental health percentage based on sociodemographic factors</a:t>
            </a:r>
            <a:endParaRPr sz="1367"/>
          </a:p>
        </p:txBody>
      </p:sp>
      <p:sp>
        <p:nvSpPr>
          <p:cNvPr id="350" name="Google Shape;350;p36"/>
          <p:cNvSpPr txBox="1"/>
          <p:nvPr>
            <p:ph idx="3" type="subTitle"/>
          </p:nvPr>
        </p:nvSpPr>
        <p:spPr>
          <a:xfrm>
            <a:off x="1944541" y="1084645"/>
            <a:ext cx="1394700" cy="687000"/>
          </a:xfrm>
          <a:prstGeom prst="rect">
            <a:avLst/>
          </a:prstGeom>
        </p:spPr>
        <p:txBody>
          <a:bodyPr anchorCtr="0" anchor="ctr" bIns="69475" lIns="69475" spcFirstLastPara="1" rIns="69475" wrap="square" tIns="69475">
            <a:noAutofit/>
          </a:bodyPr>
          <a:lstStyle/>
          <a:p>
            <a:pPr indent="0" lvl="0" marL="0" rtl="0" algn="l">
              <a:spcBef>
                <a:spcPts val="0"/>
              </a:spcBef>
              <a:spcAft>
                <a:spcPts val="0"/>
              </a:spcAft>
              <a:buNone/>
            </a:pPr>
            <a:r>
              <a:rPr lang="en" sz="1367"/>
              <a:t>Problem Definition</a:t>
            </a:r>
            <a:endParaRPr sz="1367"/>
          </a:p>
        </p:txBody>
      </p:sp>
      <p:grpSp>
        <p:nvGrpSpPr>
          <p:cNvPr id="351" name="Google Shape;351;p36"/>
          <p:cNvGrpSpPr/>
          <p:nvPr/>
        </p:nvGrpSpPr>
        <p:grpSpPr>
          <a:xfrm>
            <a:off x="1308360" y="1208774"/>
            <a:ext cx="371995" cy="351022"/>
            <a:chOff x="-46422300" y="3936925"/>
            <a:chExt cx="320575" cy="302475"/>
          </a:xfrm>
        </p:grpSpPr>
        <p:sp>
          <p:nvSpPr>
            <p:cNvPr id="352" name="Google Shape;352;p36"/>
            <p:cNvSpPr/>
            <p:nvPr/>
          </p:nvSpPr>
          <p:spPr>
            <a:xfrm>
              <a:off x="-46254550" y="3936925"/>
              <a:ext cx="152825" cy="300900"/>
            </a:xfrm>
            <a:custGeom>
              <a:rect b="b" l="l" r="r" t="t"/>
              <a:pathLst>
                <a:path extrusionOk="0" h="12036" w="6113">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chemeClr val="dk1"/>
            </a:solidFill>
            <a:ln>
              <a:noFill/>
            </a:ln>
          </p:spPr>
          <p:txBody>
            <a:bodyPr anchorCtr="0" anchor="ctr" bIns="89625" lIns="89625" spcFirstLastPara="1" rIns="89625" wrap="square" tIns="89625">
              <a:noAutofit/>
            </a:bodyPr>
            <a:lstStyle/>
            <a:p>
              <a:pPr indent="0" lvl="0" marL="0" rtl="0" algn="l">
                <a:spcBef>
                  <a:spcPts val="0"/>
                </a:spcBef>
                <a:spcAft>
                  <a:spcPts val="0"/>
                </a:spcAft>
                <a:buNone/>
              </a:pPr>
              <a:r>
                <a:t/>
              </a:r>
              <a:endParaRPr/>
            </a:p>
          </p:txBody>
        </p:sp>
        <p:sp>
          <p:nvSpPr>
            <p:cNvPr id="353" name="Google Shape;353;p36"/>
            <p:cNvSpPr/>
            <p:nvPr/>
          </p:nvSpPr>
          <p:spPr>
            <a:xfrm>
              <a:off x="-46422300" y="3938500"/>
              <a:ext cx="152025" cy="300900"/>
            </a:xfrm>
            <a:custGeom>
              <a:rect b="b" l="l" r="r" t="t"/>
              <a:pathLst>
                <a:path extrusionOk="0" h="12036" w="6081">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chemeClr val="dk1"/>
            </a:solidFill>
            <a:ln>
              <a:noFill/>
            </a:ln>
          </p:spPr>
          <p:txBody>
            <a:bodyPr anchorCtr="0" anchor="ctr" bIns="89625" lIns="89625" spcFirstLastPara="1" rIns="89625" wrap="square" tIns="89625">
              <a:noAutofit/>
            </a:bodyPr>
            <a:lstStyle/>
            <a:p>
              <a:pPr indent="0" lvl="0" marL="0" rtl="0" algn="l">
                <a:spcBef>
                  <a:spcPts val="0"/>
                </a:spcBef>
                <a:spcAft>
                  <a:spcPts val="0"/>
                </a:spcAft>
                <a:buNone/>
              </a:pPr>
              <a:r>
                <a:t/>
              </a:r>
              <a:endParaRPr/>
            </a:p>
          </p:txBody>
        </p:sp>
      </p:grpSp>
      <p:sp>
        <p:nvSpPr>
          <p:cNvPr id="354" name="Google Shape;354;p36"/>
          <p:cNvSpPr/>
          <p:nvPr/>
        </p:nvSpPr>
        <p:spPr>
          <a:xfrm>
            <a:off x="1141988" y="1966296"/>
            <a:ext cx="687000" cy="687000"/>
          </a:xfrm>
          <a:prstGeom prst="rect">
            <a:avLst/>
          </a:prstGeom>
          <a:solidFill>
            <a:schemeClr val="lt2"/>
          </a:solidFill>
          <a:ln>
            <a:noFill/>
          </a:ln>
        </p:spPr>
        <p:txBody>
          <a:bodyPr anchorCtr="0" anchor="ctr" bIns="69475" lIns="69475" spcFirstLastPara="1" rIns="69475" wrap="square" tIns="69475">
            <a:noAutofit/>
          </a:bodyPr>
          <a:lstStyle/>
          <a:p>
            <a:pPr indent="0" lvl="0" marL="0" rtl="0" algn="ctr">
              <a:spcBef>
                <a:spcPts val="0"/>
              </a:spcBef>
              <a:spcAft>
                <a:spcPts val="0"/>
              </a:spcAft>
              <a:buNone/>
            </a:pPr>
            <a:r>
              <a:t/>
            </a:r>
            <a:endParaRPr sz="1063">
              <a:latin typeface="Poppins"/>
              <a:ea typeface="Poppins"/>
              <a:cs typeface="Poppins"/>
              <a:sym typeface="Poppins"/>
            </a:endParaRPr>
          </a:p>
        </p:txBody>
      </p:sp>
      <p:sp>
        <p:nvSpPr>
          <p:cNvPr id="355" name="Google Shape;355;p36"/>
          <p:cNvSpPr txBox="1"/>
          <p:nvPr>
            <p:ph idx="4" type="subTitle"/>
          </p:nvPr>
        </p:nvSpPr>
        <p:spPr>
          <a:xfrm>
            <a:off x="1914217" y="1966297"/>
            <a:ext cx="1455300" cy="687000"/>
          </a:xfrm>
          <a:prstGeom prst="rect">
            <a:avLst/>
          </a:prstGeom>
        </p:spPr>
        <p:txBody>
          <a:bodyPr anchorCtr="0" anchor="ctr" bIns="69475" lIns="69475" spcFirstLastPara="1" rIns="69475" wrap="square" tIns="69475">
            <a:noAutofit/>
          </a:bodyPr>
          <a:lstStyle/>
          <a:p>
            <a:pPr indent="0" lvl="0" marL="0" rtl="0" algn="l">
              <a:spcBef>
                <a:spcPts val="0"/>
              </a:spcBef>
              <a:spcAft>
                <a:spcPts val="0"/>
              </a:spcAft>
              <a:buNone/>
            </a:pPr>
            <a:r>
              <a:rPr lang="en" sz="1367"/>
              <a:t>Goal</a:t>
            </a:r>
            <a:endParaRPr sz="1367"/>
          </a:p>
        </p:txBody>
      </p:sp>
      <p:sp>
        <p:nvSpPr>
          <p:cNvPr id="356" name="Google Shape;356;p36"/>
          <p:cNvSpPr txBox="1"/>
          <p:nvPr>
            <p:ph idx="1" type="subTitle"/>
          </p:nvPr>
        </p:nvSpPr>
        <p:spPr>
          <a:xfrm>
            <a:off x="3383200" y="1966300"/>
            <a:ext cx="5040900" cy="687000"/>
          </a:xfrm>
          <a:prstGeom prst="rect">
            <a:avLst/>
          </a:prstGeom>
        </p:spPr>
        <p:txBody>
          <a:bodyPr anchorCtr="0" anchor="ctr" bIns="69475" lIns="69475" spcFirstLastPara="1" rIns="69475" wrap="square" tIns="69475">
            <a:noAutofit/>
          </a:bodyPr>
          <a:lstStyle/>
          <a:p>
            <a:pPr indent="0" lvl="0" marL="0" rtl="0" algn="l">
              <a:spcBef>
                <a:spcPts val="0"/>
              </a:spcBef>
              <a:spcAft>
                <a:spcPts val="0"/>
              </a:spcAft>
              <a:buNone/>
            </a:pPr>
            <a:r>
              <a:rPr lang="en" sz="1367"/>
              <a:t>Identifying risk factors that can predict developing mental health in individual tracts</a:t>
            </a:r>
            <a:endParaRPr sz="1367"/>
          </a:p>
        </p:txBody>
      </p:sp>
      <p:grpSp>
        <p:nvGrpSpPr>
          <p:cNvPr id="357" name="Google Shape;357;p36"/>
          <p:cNvGrpSpPr/>
          <p:nvPr/>
        </p:nvGrpSpPr>
        <p:grpSpPr>
          <a:xfrm>
            <a:off x="1304945" y="2124281"/>
            <a:ext cx="372014" cy="370591"/>
            <a:chOff x="898875" y="4399275"/>
            <a:chExt cx="483700" cy="481850"/>
          </a:xfrm>
        </p:grpSpPr>
        <p:sp>
          <p:nvSpPr>
            <p:cNvPr id="358" name="Google Shape;358;p36"/>
            <p:cNvSpPr/>
            <p:nvPr/>
          </p:nvSpPr>
          <p:spPr>
            <a:xfrm>
              <a:off x="992750" y="4642900"/>
              <a:ext cx="145300" cy="144100"/>
            </a:xfrm>
            <a:custGeom>
              <a:rect b="b" l="l" r="r" t="t"/>
              <a:pathLst>
                <a:path extrusionOk="0" h="5764" w="5812">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1"/>
            </a:solidFill>
            <a:ln>
              <a:noFill/>
            </a:ln>
          </p:spPr>
          <p:txBody>
            <a:bodyPr anchorCtr="0" anchor="ctr" bIns="99875" lIns="99875" spcFirstLastPara="1" rIns="99875" wrap="square" tIns="99875">
              <a:noAutofit/>
            </a:bodyPr>
            <a:lstStyle/>
            <a:p>
              <a:pPr indent="0" lvl="0" marL="0" rtl="0" algn="l">
                <a:spcBef>
                  <a:spcPts val="0"/>
                </a:spcBef>
                <a:spcAft>
                  <a:spcPts val="0"/>
                </a:spcAft>
                <a:buNone/>
              </a:pPr>
              <a:r>
                <a:t/>
              </a:r>
              <a:endParaRPr sz="1529">
                <a:solidFill>
                  <a:srgbClr val="435D74"/>
                </a:solidFill>
              </a:endParaRPr>
            </a:p>
          </p:txBody>
        </p:sp>
        <p:sp>
          <p:nvSpPr>
            <p:cNvPr id="359" name="Google Shape;359;p36"/>
            <p:cNvSpPr/>
            <p:nvPr/>
          </p:nvSpPr>
          <p:spPr>
            <a:xfrm>
              <a:off x="1138025" y="4763350"/>
              <a:ext cx="25" cy="25"/>
            </a:xfrm>
            <a:custGeom>
              <a:rect b="b" l="l" r="r" t="t"/>
              <a:pathLst>
                <a:path extrusionOk="0" h="1" w="1">
                  <a:moveTo>
                    <a:pt x="1" y="0"/>
                  </a:moveTo>
                  <a:close/>
                </a:path>
              </a:pathLst>
            </a:custGeom>
            <a:solidFill>
              <a:schemeClr val="dk1"/>
            </a:solidFill>
            <a:ln>
              <a:noFill/>
            </a:ln>
          </p:spPr>
          <p:txBody>
            <a:bodyPr anchorCtr="0" anchor="ctr" bIns="99875" lIns="99875" spcFirstLastPara="1" rIns="99875" wrap="square" tIns="99875">
              <a:noAutofit/>
            </a:bodyPr>
            <a:lstStyle/>
            <a:p>
              <a:pPr indent="0" lvl="0" marL="0" rtl="0" algn="l">
                <a:spcBef>
                  <a:spcPts val="0"/>
                </a:spcBef>
                <a:spcAft>
                  <a:spcPts val="0"/>
                </a:spcAft>
                <a:buNone/>
              </a:pPr>
              <a:r>
                <a:t/>
              </a:r>
              <a:endParaRPr sz="1529">
                <a:solidFill>
                  <a:srgbClr val="435D74"/>
                </a:solidFill>
              </a:endParaRPr>
            </a:p>
          </p:txBody>
        </p:sp>
        <p:sp>
          <p:nvSpPr>
            <p:cNvPr id="360" name="Google Shape;360;p36"/>
            <p:cNvSpPr/>
            <p:nvPr/>
          </p:nvSpPr>
          <p:spPr>
            <a:xfrm>
              <a:off x="1269550" y="4399275"/>
              <a:ext cx="113025" cy="112125"/>
            </a:xfrm>
            <a:custGeom>
              <a:rect b="b" l="l" r="r" t="t"/>
              <a:pathLst>
                <a:path extrusionOk="0" h="4485" w="4521">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1"/>
            </a:solidFill>
            <a:ln>
              <a:noFill/>
            </a:ln>
          </p:spPr>
          <p:txBody>
            <a:bodyPr anchorCtr="0" anchor="ctr" bIns="99875" lIns="99875" spcFirstLastPara="1" rIns="99875" wrap="square" tIns="99875">
              <a:noAutofit/>
            </a:bodyPr>
            <a:lstStyle/>
            <a:p>
              <a:pPr indent="0" lvl="0" marL="0" rtl="0" algn="l">
                <a:spcBef>
                  <a:spcPts val="0"/>
                </a:spcBef>
                <a:spcAft>
                  <a:spcPts val="0"/>
                </a:spcAft>
                <a:buNone/>
              </a:pPr>
              <a:r>
                <a:t/>
              </a:r>
              <a:endParaRPr sz="1529">
                <a:solidFill>
                  <a:srgbClr val="435D74"/>
                </a:solidFill>
              </a:endParaRPr>
            </a:p>
          </p:txBody>
        </p:sp>
        <p:sp>
          <p:nvSpPr>
            <p:cNvPr id="361" name="Google Shape;361;p36"/>
            <p:cNvSpPr/>
            <p:nvPr/>
          </p:nvSpPr>
          <p:spPr>
            <a:xfrm>
              <a:off x="1161975" y="4531175"/>
              <a:ext cx="91400" cy="84350"/>
            </a:xfrm>
            <a:custGeom>
              <a:rect b="b" l="l" r="r" t="t"/>
              <a:pathLst>
                <a:path extrusionOk="0" h="3374" w="3656">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1"/>
            </a:solidFill>
            <a:ln>
              <a:noFill/>
            </a:ln>
          </p:spPr>
          <p:txBody>
            <a:bodyPr anchorCtr="0" anchor="ctr" bIns="99875" lIns="99875" spcFirstLastPara="1" rIns="99875" wrap="square" tIns="99875">
              <a:noAutofit/>
            </a:bodyPr>
            <a:lstStyle/>
            <a:p>
              <a:pPr indent="0" lvl="0" marL="0" rtl="0" algn="l">
                <a:spcBef>
                  <a:spcPts val="0"/>
                </a:spcBef>
                <a:spcAft>
                  <a:spcPts val="0"/>
                </a:spcAft>
                <a:buNone/>
              </a:pPr>
              <a:r>
                <a:t/>
              </a:r>
              <a:endParaRPr sz="1529">
                <a:solidFill>
                  <a:srgbClr val="435D74"/>
                </a:solidFill>
              </a:endParaRPr>
            </a:p>
          </p:txBody>
        </p:sp>
        <p:sp>
          <p:nvSpPr>
            <p:cNvPr id="362" name="Google Shape;362;p36"/>
            <p:cNvSpPr/>
            <p:nvPr/>
          </p:nvSpPr>
          <p:spPr>
            <a:xfrm>
              <a:off x="1031050" y="4411100"/>
              <a:ext cx="338650" cy="338725"/>
            </a:xfrm>
            <a:custGeom>
              <a:rect b="b" l="l" r="r" t="t"/>
              <a:pathLst>
                <a:path extrusionOk="0" h="13549" w="13546">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1"/>
            </a:solidFill>
            <a:ln>
              <a:noFill/>
            </a:ln>
          </p:spPr>
          <p:txBody>
            <a:bodyPr anchorCtr="0" anchor="ctr" bIns="99875" lIns="99875" spcFirstLastPara="1" rIns="99875" wrap="square" tIns="99875">
              <a:noAutofit/>
            </a:bodyPr>
            <a:lstStyle/>
            <a:p>
              <a:pPr indent="0" lvl="0" marL="0" rtl="0" algn="l">
                <a:spcBef>
                  <a:spcPts val="0"/>
                </a:spcBef>
                <a:spcAft>
                  <a:spcPts val="0"/>
                </a:spcAft>
                <a:buNone/>
              </a:pPr>
              <a:r>
                <a:t/>
              </a:r>
              <a:endParaRPr sz="1529">
                <a:solidFill>
                  <a:srgbClr val="435D74"/>
                </a:solidFill>
              </a:endParaRPr>
            </a:p>
          </p:txBody>
        </p:sp>
        <p:sp>
          <p:nvSpPr>
            <p:cNvPr id="363" name="Google Shape;363;p36"/>
            <p:cNvSpPr/>
            <p:nvPr/>
          </p:nvSpPr>
          <p:spPr>
            <a:xfrm>
              <a:off x="1130500" y="4740450"/>
              <a:ext cx="108950" cy="111250"/>
            </a:xfrm>
            <a:custGeom>
              <a:rect b="b" l="l" r="r" t="t"/>
              <a:pathLst>
                <a:path extrusionOk="0" h="4450" w="4358">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1"/>
            </a:solidFill>
            <a:ln>
              <a:noFill/>
            </a:ln>
          </p:spPr>
          <p:txBody>
            <a:bodyPr anchorCtr="0" anchor="ctr" bIns="99875" lIns="99875" spcFirstLastPara="1" rIns="99875" wrap="square" tIns="99875">
              <a:noAutofit/>
            </a:bodyPr>
            <a:lstStyle/>
            <a:p>
              <a:pPr indent="0" lvl="0" marL="0" rtl="0" algn="l">
                <a:spcBef>
                  <a:spcPts val="0"/>
                </a:spcBef>
                <a:spcAft>
                  <a:spcPts val="0"/>
                </a:spcAft>
                <a:buNone/>
              </a:pPr>
              <a:r>
                <a:t/>
              </a:r>
              <a:endParaRPr sz="1529">
                <a:solidFill>
                  <a:srgbClr val="435D74"/>
                </a:solidFill>
              </a:endParaRPr>
            </a:p>
          </p:txBody>
        </p:sp>
        <p:sp>
          <p:nvSpPr>
            <p:cNvPr id="364" name="Google Shape;364;p36"/>
            <p:cNvSpPr/>
            <p:nvPr/>
          </p:nvSpPr>
          <p:spPr>
            <a:xfrm>
              <a:off x="927325" y="4539825"/>
              <a:ext cx="114150" cy="109800"/>
            </a:xfrm>
            <a:custGeom>
              <a:rect b="b" l="l" r="r" t="t"/>
              <a:pathLst>
                <a:path extrusionOk="0" h="4392" w="4566">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1"/>
            </a:solidFill>
            <a:ln>
              <a:noFill/>
            </a:ln>
          </p:spPr>
          <p:txBody>
            <a:bodyPr anchorCtr="0" anchor="ctr" bIns="99875" lIns="99875" spcFirstLastPara="1" rIns="99875" wrap="square" tIns="99875">
              <a:noAutofit/>
            </a:bodyPr>
            <a:lstStyle/>
            <a:p>
              <a:pPr indent="0" lvl="0" marL="0" rtl="0" algn="l">
                <a:spcBef>
                  <a:spcPts val="0"/>
                </a:spcBef>
                <a:spcAft>
                  <a:spcPts val="0"/>
                </a:spcAft>
                <a:buNone/>
              </a:pPr>
              <a:r>
                <a:t/>
              </a:r>
              <a:endParaRPr sz="1529">
                <a:solidFill>
                  <a:srgbClr val="435D74"/>
                </a:solidFill>
              </a:endParaRPr>
            </a:p>
          </p:txBody>
        </p:sp>
        <p:sp>
          <p:nvSpPr>
            <p:cNvPr id="365" name="Google Shape;365;p36"/>
            <p:cNvSpPr/>
            <p:nvPr/>
          </p:nvSpPr>
          <p:spPr>
            <a:xfrm>
              <a:off x="898875" y="4711550"/>
              <a:ext cx="170825" cy="169575"/>
            </a:xfrm>
            <a:custGeom>
              <a:rect b="b" l="l" r="r" t="t"/>
              <a:pathLst>
                <a:path extrusionOk="0" h="6783" w="6833">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1"/>
            </a:solidFill>
            <a:ln>
              <a:noFill/>
            </a:ln>
          </p:spPr>
          <p:txBody>
            <a:bodyPr anchorCtr="0" anchor="ctr" bIns="99875" lIns="99875" spcFirstLastPara="1" rIns="99875" wrap="square" tIns="99875">
              <a:noAutofit/>
            </a:bodyPr>
            <a:lstStyle/>
            <a:p>
              <a:pPr indent="0" lvl="0" marL="0" rtl="0" algn="l">
                <a:spcBef>
                  <a:spcPts val="0"/>
                </a:spcBef>
                <a:spcAft>
                  <a:spcPts val="0"/>
                </a:spcAft>
                <a:buNone/>
              </a:pPr>
              <a:r>
                <a:t/>
              </a:r>
              <a:endParaRPr sz="1529">
                <a:solidFill>
                  <a:srgbClr val="435D74"/>
                </a:solidFill>
              </a:endParaRPr>
            </a:p>
          </p:txBody>
        </p:sp>
      </p:grpSp>
      <p:sp>
        <p:nvSpPr>
          <p:cNvPr id="366" name="Google Shape;366;p36"/>
          <p:cNvSpPr/>
          <p:nvPr/>
        </p:nvSpPr>
        <p:spPr>
          <a:xfrm>
            <a:off x="1141997" y="2878280"/>
            <a:ext cx="687000" cy="687000"/>
          </a:xfrm>
          <a:prstGeom prst="rect">
            <a:avLst/>
          </a:prstGeom>
          <a:solidFill>
            <a:schemeClr val="lt2"/>
          </a:solidFill>
          <a:ln>
            <a:noFill/>
          </a:ln>
        </p:spPr>
        <p:txBody>
          <a:bodyPr anchorCtr="0" anchor="ctr" bIns="69475" lIns="69475" spcFirstLastPara="1" rIns="69475" wrap="square" tIns="69475">
            <a:noAutofit/>
          </a:bodyPr>
          <a:lstStyle/>
          <a:p>
            <a:pPr indent="0" lvl="0" marL="0" rtl="0" algn="ctr">
              <a:spcBef>
                <a:spcPts val="0"/>
              </a:spcBef>
              <a:spcAft>
                <a:spcPts val="0"/>
              </a:spcAft>
              <a:buNone/>
            </a:pPr>
            <a:r>
              <a:t/>
            </a:r>
            <a:endParaRPr sz="1063">
              <a:latin typeface="Poppins"/>
              <a:ea typeface="Poppins"/>
              <a:cs typeface="Poppins"/>
              <a:sym typeface="Poppins"/>
            </a:endParaRPr>
          </a:p>
        </p:txBody>
      </p:sp>
      <p:sp>
        <p:nvSpPr>
          <p:cNvPr id="367" name="Google Shape;367;p36"/>
          <p:cNvSpPr txBox="1"/>
          <p:nvPr>
            <p:ph idx="4" type="subTitle"/>
          </p:nvPr>
        </p:nvSpPr>
        <p:spPr>
          <a:xfrm>
            <a:off x="1914227" y="2878281"/>
            <a:ext cx="1455300" cy="687000"/>
          </a:xfrm>
          <a:prstGeom prst="rect">
            <a:avLst/>
          </a:prstGeom>
        </p:spPr>
        <p:txBody>
          <a:bodyPr anchorCtr="0" anchor="ctr" bIns="69475" lIns="69475" spcFirstLastPara="1" rIns="69475" wrap="square" tIns="69475">
            <a:noAutofit/>
          </a:bodyPr>
          <a:lstStyle/>
          <a:p>
            <a:pPr indent="0" lvl="0" marL="0" rtl="0" algn="l">
              <a:spcBef>
                <a:spcPts val="0"/>
              </a:spcBef>
              <a:spcAft>
                <a:spcPts val="0"/>
              </a:spcAft>
              <a:buNone/>
            </a:pPr>
            <a:r>
              <a:rPr lang="en" sz="1367"/>
              <a:t>Why </a:t>
            </a:r>
            <a:endParaRPr sz="1367"/>
          </a:p>
          <a:p>
            <a:pPr indent="0" lvl="0" marL="0" rtl="0" algn="l">
              <a:spcBef>
                <a:spcPts val="0"/>
              </a:spcBef>
              <a:spcAft>
                <a:spcPts val="0"/>
              </a:spcAft>
              <a:buNone/>
            </a:pPr>
            <a:r>
              <a:rPr lang="en" sz="1367"/>
              <a:t>Target?</a:t>
            </a:r>
            <a:endParaRPr sz="1367"/>
          </a:p>
        </p:txBody>
      </p:sp>
      <p:sp>
        <p:nvSpPr>
          <p:cNvPr id="368" name="Google Shape;368;p36"/>
          <p:cNvSpPr txBox="1"/>
          <p:nvPr>
            <p:ph idx="1" type="subTitle"/>
          </p:nvPr>
        </p:nvSpPr>
        <p:spPr>
          <a:xfrm>
            <a:off x="3383199" y="2878275"/>
            <a:ext cx="5040900" cy="687000"/>
          </a:xfrm>
          <a:prstGeom prst="rect">
            <a:avLst/>
          </a:prstGeom>
        </p:spPr>
        <p:txBody>
          <a:bodyPr anchorCtr="0" anchor="ctr" bIns="69475" lIns="69475" spcFirstLastPara="1" rIns="69475" wrap="square" tIns="69475">
            <a:noAutofit/>
          </a:bodyPr>
          <a:lstStyle/>
          <a:p>
            <a:pPr indent="0" lvl="0" marL="0" rtl="0" algn="l">
              <a:spcBef>
                <a:spcPts val="0"/>
              </a:spcBef>
              <a:spcAft>
                <a:spcPts val="0"/>
              </a:spcAft>
              <a:buNone/>
            </a:pPr>
            <a:r>
              <a:rPr lang="en" sz="1367"/>
              <a:t>Poor mental health affects workforce productivity, healthcare burden, and overall quality of life</a:t>
            </a:r>
            <a:endParaRPr sz="1367"/>
          </a:p>
        </p:txBody>
      </p:sp>
      <p:sp>
        <p:nvSpPr>
          <p:cNvPr id="369" name="Google Shape;369;p36"/>
          <p:cNvSpPr/>
          <p:nvPr/>
        </p:nvSpPr>
        <p:spPr>
          <a:xfrm>
            <a:off x="1299382" y="3035702"/>
            <a:ext cx="372007" cy="371975"/>
          </a:xfrm>
          <a:custGeom>
            <a:rect b="b" l="l" r="r" t="t"/>
            <a:pathLst>
              <a:path extrusionOk="0" h="11657" w="11658">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dk1"/>
          </a:solidFill>
          <a:ln>
            <a:noFill/>
          </a:ln>
        </p:spPr>
        <p:txBody>
          <a:bodyPr anchorCtr="0" anchor="ctr" bIns="72225" lIns="72225" spcFirstLastPara="1" rIns="72225" wrap="square" tIns="72225">
            <a:noAutofit/>
          </a:bodyPr>
          <a:lstStyle/>
          <a:p>
            <a:pPr indent="0" lvl="0" marL="0" rtl="0" algn="l">
              <a:spcBef>
                <a:spcPts val="0"/>
              </a:spcBef>
              <a:spcAft>
                <a:spcPts val="0"/>
              </a:spcAft>
              <a:buNone/>
            </a:pPr>
            <a:r>
              <a:t/>
            </a:r>
            <a:endParaRPr/>
          </a:p>
        </p:txBody>
      </p:sp>
      <p:sp>
        <p:nvSpPr>
          <p:cNvPr id="370" name="Google Shape;370;p36"/>
          <p:cNvSpPr/>
          <p:nvPr/>
        </p:nvSpPr>
        <p:spPr>
          <a:xfrm>
            <a:off x="1141997" y="3790255"/>
            <a:ext cx="687000" cy="687000"/>
          </a:xfrm>
          <a:prstGeom prst="rect">
            <a:avLst/>
          </a:prstGeom>
          <a:solidFill>
            <a:schemeClr val="lt2"/>
          </a:solidFill>
          <a:ln>
            <a:noFill/>
          </a:ln>
        </p:spPr>
        <p:txBody>
          <a:bodyPr anchorCtr="0" anchor="ctr" bIns="69475" lIns="69475" spcFirstLastPara="1" rIns="69475" wrap="square" tIns="69475">
            <a:noAutofit/>
          </a:bodyPr>
          <a:lstStyle/>
          <a:p>
            <a:pPr indent="0" lvl="0" marL="0" rtl="0" algn="ctr">
              <a:spcBef>
                <a:spcPts val="0"/>
              </a:spcBef>
              <a:spcAft>
                <a:spcPts val="0"/>
              </a:spcAft>
              <a:buNone/>
            </a:pPr>
            <a:r>
              <a:t/>
            </a:r>
            <a:endParaRPr sz="1063">
              <a:latin typeface="Poppins"/>
              <a:ea typeface="Poppins"/>
              <a:cs typeface="Poppins"/>
              <a:sym typeface="Poppins"/>
            </a:endParaRPr>
          </a:p>
        </p:txBody>
      </p:sp>
      <p:sp>
        <p:nvSpPr>
          <p:cNvPr id="371" name="Google Shape;371;p36"/>
          <p:cNvSpPr txBox="1"/>
          <p:nvPr>
            <p:ph idx="4" type="subTitle"/>
          </p:nvPr>
        </p:nvSpPr>
        <p:spPr>
          <a:xfrm>
            <a:off x="1914227" y="3790256"/>
            <a:ext cx="1455300" cy="687000"/>
          </a:xfrm>
          <a:prstGeom prst="rect">
            <a:avLst/>
          </a:prstGeom>
        </p:spPr>
        <p:txBody>
          <a:bodyPr anchorCtr="0" anchor="ctr" bIns="69475" lIns="69475" spcFirstLastPara="1" rIns="69475" wrap="square" tIns="69475">
            <a:noAutofit/>
          </a:bodyPr>
          <a:lstStyle/>
          <a:p>
            <a:pPr indent="0" lvl="0" marL="0" rtl="0" algn="l">
              <a:spcBef>
                <a:spcPts val="0"/>
              </a:spcBef>
              <a:spcAft>
                <a:spcPts val="0"/>
              </a:spcAft>
              <a:buNone/>
            </a:pPr>
            <a:r>
              <a:rPr lang="en" sz="1367"/>
              <a:t>Inference</a:t>
            </a:r>
            <a:endParaRPr sz="1367"/>
          </a:p>
        </p:txBody>
      </p:sp>
      <p:sp>
        <p:nvSpPr>
          <p:cNvPr id="372" name="Google Shape;372;p36"/>
          <p:cNvSpPr txBox="1"/>
          <p:nvPr>
            <p:ph idx="1" type="subTitle"/>
          </p:nvPr>
        </p:nvSpPr>
        <p:spPr>
          <a:xfrm>
            <a:off x="3383198" y="3790250"/>
            <a:ext cx="5300400" cy="687000"/>
          </a:xfrm>
          <a:prstGeom prst="rect">
            <a:avLst/>
          </a:prstGeom>
        </p:spPr>
        <p:txBody>
          <a:bodyPr anchorCtr="0" anchor="ctr" bIns="69475" lIns="69475" spcFirstLastPara="1" rIns="69475" wrap="square" tIns="69475">
            <a:noAutofit/>
          </a:bodyPr>
          <a:lstStyle/>
          <a:p>
            <a:pPr indent="0" lvl="0" marL="0" rtl="0" algn="l">
              <a:spcBef>
                <a:spcPts val="0"/>
              </a:spcBef>
              <a:spcAft>
                <a:spcPts val="0"/>
              </a:spcAft>
              <a:buNone/>
            </a:pPr>
            <a:r>
              <a:rPr lang="en" sz="1367"/>
              <a:t>In</a:t>
            </a:r>
            <a:r>
              <a:rPr lang="en" sz="1350"/>
              <a:t>ference supports understanding patterns, not making decisions. Policy makers read inference results to design interventions, but the model itself is not  prioritizing or ranking tracts.</a:t>
            </a:r>
            <a:endParaRPr sz="1350"/>
          </a:p>
        </p:txBody>
      </p:sp>
      <p:sp>
        <p:nvSpPr>
          <p:cNvPr id="373" name="Google Shape;373;p36"/>
          <p:cNvSpPr/>
          <p:nvPr/>
        </p:nvSpPr>
        <p:spPr>
          <a:xfrm>
            <a:off x="1299374" y="3948676"/>
            <a:ext cx="372022" cy="370145"/>
          </a:xfrm>
          <a:custGeom>
            <a:rect b="b" l="l" r="r" t="t"/>
            <a:pathLst>
              <a:path extrusionOk="0" h="12634" w="12697">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7"/>
          <p:cNvSpPr txBox="1"/>
          <p:nvPr>
            <p:ph type="title"/>
          </p:nvPr>
        </p:nvSpPr>
        <p:spPr>
          <a:xfrm>
            <a:off x="620600" y="4401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Choice of Variables</a:t>
            </a:r>
            <a:endParaRPr/>
          </a:p>
        </p:txBody>
      </p:sp>
      <p:sp>
        <p:nvSpPr>
          <p:cNvPr id="379" name="Google Shape;379;p37"/>
          <p:cNvSpPr txBox="1"/>
          <p:nvPr>
            <p:ph idx="5" type="subTitle"/>
          </p:nvPr>
        </p:nvSpPr>
        <p:spPr>
          <a:xfrm>
            <a:off x="620600" y="1220051"/>
            <a:ext cx="3549600" cy="37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Variables</a:t>
            </a:r>
            <a:endParaRPr/>
          </a:p>
        </p:txBody>
      </p:sp>
      <p:sp>
        <p:nvSpPr>
          <p:cNvPr id="380" name="Google Shape;380;p37"/>
          <p:cNvSpPr txBox="1"/>
          <p:nvPr>
            <p:ph idx="1" type="subTitle"/>
          </p:nvPr>
        </p:nvSpPr>
        <p:spPr>
          <a:xfrm>
            <a:off x="620600" y="1469527"/>
            <a:ext cx="3819000" cy="3522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400"/>
              <a:t>Target:</a:t>
            </a:r>
            <a:r>
              <a:rPr lang="en" sz="1400"/>
              <a:t> Mental Health %</a:t>
            </a:r>
            <a:endParaRPr sz="1400"/>
          </a:p>
          <a:p>
            <a:pPr indent="0" lvl="0" marL="0" rtl="0" algn="l">
              <a:lnSpc>
                <a:spcPct val="115000"/>
              </a:lnSpc>
              <a:spcBef>
                <a:spcPts val="0"/>
              </a:spcBef>
              <a:spcAft>
                <a:spcPts val="0"/>
              </a:spcAft>
              <a:buNone/>
            </a:pPr>
            <a:r>
              <a:t/>
            </a:r>
            <a:endParaRPr sz="1400"/>
          </a:p>
          <a:p>
            <a:pPr indent="0" lvl="0" marL="0" rtl="0" algn="l">
              <a:lnSpc>
                <a:spcPct val="115000"/>
              </a:lnSpc>
              <a:spcBef>
                <a:spcPts val="0"/>
              </a:spcBef>
              <a:spcAft>
                <a:spcPts val="0"/>
              </a:spcAft>
              <a:buNone/>
            </a:pPr>
            <a:r>
              <a:rPr b="1" lang="en" sz="1400"/>
              <a:t>Features</a:t>
            </a:r>
            <a:r>
              <a:rPr b="1" lang="en" sz="1400"/>
              <a:t>:</a:t>
            </a:r>
            <a:r>
              <a:rPr lang="en" sz="1400"/>
              <a:t>  </a:t>
            </a:r>
            <a:endParaRPr sz="1400"/>
          </a:p>
          <a:p>
            <a:pPr indent="-317500" lvl="0" marL="457200" rtl="0" algn="l">
              <a:lnSpc>
                <a:spcPct val="115000"/>
              </a:lnSpc>
              <a:spcBef>
                <a:spcPts val="0"/>
              </a:spcBef>
              <a:spcAft>
                <a:spcPts val="0"/>
              </a:spcAft>
              <a:buClr>
                <a:srgbClr val="000000"/>
              </a:buClr>
              <a:buSzPts val="1400"/>
              <a:buChar char="●"/>
            </a:pPr>
            <a:r>
              <a:rPr lang="en" sz="1400">
                <a:solidFill>
                  <a:srgbClr val="000000"/>
                </a:solidFill>
              </a:rPr>
              <a:t>Median Income, Poverty %, Unemployment %</a:t>
            </a:r>
            <a:endParaRPr sz="1400">
              <a:solidFill>
                <a:srgbClr val="000000"/>
              </a:solidFill>
            </a:endParaRPr>
          </a:p>
          <a:p>
            <a:pPr indent="0" lvl="0" marL="0" rtl="0" algn="l">
              <a:lnSpc>
                <a:spcPct val="115000"/>
              </a:lnSpc>
              <a:spcBef>
                <a:spcPts val="0"/>
              </a:spcBef>
              <a:spcAft>
                <a:spcPts val="0"/>
              </a:spcAft>
              <a:buNone/>
            </a:pPr>
            <a:r>
              <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en" sz="1400">
                <a:solidFill>
                  <a:srgbClr val="000000"/>
                </a:solidFill>
              </a:rPr>
              <a:t>Highest Education HS Graduation %, Highest Education BS Graduation  %</a:t>
            </a:r>
            <a:endParaRPr sz="1400">
              <a:solidFill>
                <a:srgbClr val="000000"/>
              </a:solidFill>
            </a:endParaRPr>
          </a:p>
          <a:p>
            <a:pPr indent="0" lvl="0" marL="0" rtl="0" algn="l">
              <a:lnSpc>
                <a:spcPct val="115000"/>
              </a:lnSpc>
              <a:spcBef>
                <a:spcPts val="0"/>
              </a:spcBef>
              <a:spcAft>
                <a:spcPts val="0"/>
              </a:spcAft>
              <a:buNone/>
            </a:pPr>
            <a:r>
              <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en" sz="1400">
                <a:solidFill>
                  <a:srgbClr val="000000"/>
                </a:solidFill>
              </a:rPr>
              <a:t>Median Age, White Only %, Black Only %, Asian Only %, Hispanic %, Other %</a:t>
            </a:r>
            <a:endParaRPr sz="1400">
              <a:solidFill>
                <a:srgbClr val="000000"/>
              </a:solidFill>
            </a:endParaRPr>
          </a:p>
          <a:p>
            <a:pPr indent="0" lvl="0" marL="0" rtl="0" algn="l">
              <a:lnSpc>
                <a:spcPct val="115000"/>
              </a:lnSpc>
              <a:spcBef>
                <a:spcPts val="0"/>
              </a:spcBef>
              <a:spcAft>
                <a:spcPts val="0"/>
              </a:spcAft>
              <a:buNone/>
            </a:pPr>
            <a:r>
              <a:t/>
            </a:r>
            <a:endParaRPr sz="1400">
              <a:solidFill>
                <a:srgbClr val="000000"/>
              </a:solidFill>
            </a:endParaRPr>
          </a:p>
          <a:p>
            <a:pPr indent="0" lvl="0" marL="0" rtl="0" algn="l">
              <a:lnSpc>
                <a:spcPct val="115000"/>
              </a:lnSpc>
              <a:spcBef>
                <a:spcPts val="0"/>
              </a:spcBef>
              <a:spcAft>
                <a:spcPts val="0"/>
              </a:spcAft>
              <a:buNone/>
            </a:pPr>
            <a:r>
              <a:t/>
            </a:r>
            <a:endParaRPr b="1" sz="1400"/>
          </a:p>
        </p:txBody>
      </p:sp>
      <p:sp>
        <p:nvSpPr>
          <p:cNvPr id="381" name="Google Shape;381;p3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82" name="Google Shape;382;p37"/>
          <p:cNvSpPr txBox="1"/>
          <p:nvPr>
            <p:ph idx="5" type="subTitle"/>
          </p:nvPr>
        </p:nvSpPr>
        <p:spPr>
          <a:xfrm>
            <a:off x="4622025" y="1220051"/>
            <a:ext cx="3549600" cy="37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a:t>
            </a:r>
            <a:endParaRPr/>
          </a:p>
        </p:txBody>
      </p:sp>
      <p:sp>
        <p:nvSpPr>
          <p:cNvPr id="383" name="Google Shape;383;p37"/>
          <p:cNvSpPr txBox="1"/>
          <p:nvPr>
            <p:ph idx="1" type="subTitle"/>
          </p:nvPr>
        </p:nvSpPr>
        <p:spPr>
          <a:xfrm>
            <a:off x="4622025" y="1469527"/>
            <a:ext cx="3819000" cy="35220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Char char="●"/>
            </a:pPr>
            <a:r>
              <a:rPr lang="en" sz="1400"/>
              <a:t>Demographic features rather than health features allows for a better idea of risk factors</a:t>
            </a:r>
            <a:endParaRPr sz="1400"/>
          </a:p>
          <a:p>
            <a:pPr indent="0" lvl="0" marL="457200" rtl="0" algn="l">
              <a:lnSpc>
                <a:spcPct val="115000"/>
              </a:lnSpc>
              <a:spcBef>
                <a:spcPts val="0"/>
              </a:spcBef>
              <a:spcAft>
                <a:spcPts val="0"/>
              </a:spcAft>
              <a:buNone/>
            </a:pPr>
            <a:r>
              <a:t/>
            </a:r>
            <a:endParaRPr sz="1400"/>
          </a:p>
          <a:p>
            <a:pPr indent="-317500" lvl="0" marL="457200" rtl="0" algn="l">
              <a:lnSpc>
                <a:spcPct val="115000"/>
              </a:lnSpc>
              <a:spcBef>
                <a:spcPts val="0"/>
              </a:spcBef>
              <a:spcAft>
                <a:spcPts val="0"/>
              </a:spcAft>
              <a:buSzPts val="1400"/>
              <a:buChar char="●"/>
            </a:pPr>
            <a:r>
              <a:rPr lang="en" sz="1400"/>
              <a:t>Prevents data leakage and reverse causality</a:t>
            </a:r>
            <a:endParaRPr sz="1400"/>
          </a:p>
          <a:p>
            <a:pPr indent="0" lvl="0" marL="457200" rtl="0" algn="l">
              <a:lnSpc>
                <a:spcPct val="115000"/>
              </a:lnSpc>
              <a:spcBef>
                <a:spcPts val="0"/>
              </a:spcBef>
              <a:spcAft>
                <a:spcPts val="0"/>
              </a:spcAft>
              <a:buNone/>
            </a:pPr>
            <a:r>
              <a:t/>
            </a:r>
            <a:endParaRPr sz="1400"/>
          </a:p>
          <a:p>
            <a:pPr indent="-317500" lvl="0" marL="457200" rtl="0" algn="l">
              <a:lnSpc>
                <a:spcPct val="115000"/>
              </a:lnSpc>
              <a:spcBef>
                <a:spcPts val="0"/>
              </a:spcBef>
              <a:spcAft>
                <a:spcPts val="0"/>
              </a:spcAft>
              <a:buSzPts val="1400"/>
              <a:buChar char="●"/>
            </a:pPr>
            <a:r>
              <a:rPr lang="en" sz="1400"/>
              <a:t>Reduces collinearity</a:t>
            </a:r>
            <a:endParaRPr sz="1400"/>
          </a:p>
          <a:p>
            <a:pPr indent="0" lvl="0" marL="457200" rtl="0" algn="l">
              <a:lnSpc>
                <a:spcPct val="115000"/>
              </a:lnSpc>
              <a:spcBef>
                <a:spcPts val="0"/>
              </a:spcBef>
              <a:spcAft>
                <a:spcPts val="0"/>
              </a:spcAft>
              <a:buNone/>
            </a:pPr>
            <a:r>
              <a:t/>
            </a:r>
            <a:endParaRPr sz="1400"/>
          </a:p>
          <a:p>
            <a:pPr indent="-317500" lvl="0" marL="457200" rtl="0" algn="l">
              <a:lnSpc>
                <a:spcPct val="115000"/>
              </a:lnSpc>
              <a:spcBef>
                <a:spcPts val="0"/>
              </a:spcBef>
              <a:spcAft>
                <a:spcPts val="0"/>
              </a:spcAft>
              <a:buSzPts val="1400"/>
              <a:buChar char="●"/>
            </a:pPr>
            <a:r>
              <a:rPr lang="en" sz="1400"/>
              <a:t>More generalizable results</a:t>
            </a:r>
            <a:endParaRPr sz="1400"/>
          </a:p>
          <a:p>
            <a:pPr indent="0" lvl="0" marL="0" rtl="0" algn="l">
              <a:lnSpc>
                <a:spcPct val="115000"/>
              </a:lnSpc>
              <a:spcBef>
                <a:spcPts val="0"/>
              </a:spcBef>
              <a:spcAft>
                <a:spcPts val="0"/>
              </a:spcAft>
              <a:buNone/>
            </a:pPr>
            <a:r>
              <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89" name="Google Shape;389;p38"/>
          <p:cNvSpPr txBox="1"/>
          <p:nvPr>
            <p:ph type="title"/>
          </p:nvPr>
        </p:nvSpPr>
        <p:spPr>
          <a:xfrm>
            <a:off x="620600" y="4401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Choice of Regression</a:t>
            </a:r>
            <a:endParaRPr/>
          </a:p>
        </p:txBody>
      </p:sp>
      <p:sp>
        <p:nvSpPr>
          <p:cNvPr id="390" name="Google Shape;390;p38"/>
          <p:cNvSpPr txBox="1"/>
          <p:nvPr>
            <p:ph idx="4294967295" type="subTitle"/>
          </p:nvPr>
        </p:nvSpPr>
        <p:spPr>
          <a:xfrm>
            <a:off x="620600" y="1291695"/>
            <a:ext cx="35496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Why Regression?</a:t>
            </a:r>
            <a:endParaRPr b="1" sz="1800"/>
          </a:p>
        </p:txBody>
      </p:sp>
      <p:sp>
        <p:nvSpPr>
          <p:cNvPr id="391" name="Google Shape;391;p38"/>
          <p:cNvSpPr txBox="1"/>
          <p:nvPr>
            <p:ph idx="4294967295" type="subTitle"/>
          </p:nvPr>
        </p:nvSpPr>
        <p:spPr>
          <a:xfrm>
            <a:off x="620600" y="1621502"/>
            <a:ext cx="3819000" cy="35220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00000"/>
              </a:buClr>
              <a:buSzPts val="1500"/>
              <a:buChar char="●"/>
            </a:pPr>
            <a:r>
              <a:rPr lang="en" sz="1500">
                <a:solidFill>
                  <a:srgbClr val="000000"/>
                </a:solidFill>
              </a:rPr>
              <a:t>Gradual changes across communities</a:t>
            </a:r>
            <a:endParaRPr sz="1500">
              <a:solidFill>
                <a:srgbClr val="000000"/>
              </a:solidFill>
            </a:endParaRPr>
          </a:p>
          <a:p>
            <a:pPr indent="-323850" lvl="0" marL="457200" rtl="0" algn="l">
              <a:lnSpc>
                <a:spcPct val="115000"/>
              </a:lnSpc>
              <a:spcBef>
                <a:spcPts val="0"/>
              </a:spcBef>
              <a:spcAft>
                <a:spcPts val="0"/>
              </a:spcAft>
              <a:buClr>
                <a:srgbClr val="000000"/>
              </a:buClr>
              <a:buSzPts val="1500"/>
              <a:buChar char="●"/>
            </a:pPr>
            <a:r>
              <a:rPr lang="en" sz="1500">
                <a:solidFill>
                  <a:srgbClr val="000000"/>
                </a:solidFill>
              </a:rPr>
              <a:t>Preserves variability &amp; provides precise insight</a:t>
            </a:r>
            <a:endParaRPr sz="1500">
              <a:solidFill>
                <a:srgbClr val="000000"/>
              </a:solidFill>
            </a:endParaRPr>
          </a:p>
          <a:p>
            <a:pPr indent="-323850" lvl="0" marL="457200" rtl="0" algn="l">
              <a:lnSpc>
                <a:spcPct val="115000"/>
              </a:lnSpc>
              <a:spcBef>
                <a:spcPts val="0"/>
              </a:spcBef>
              <a:spcAft>
                <a:spcPts val="0"/>
              </a:spcAft>
              <a:buClr>
                <a:srgbClr val="000000"/>
              </a:buClr>
              <a:buSzPts val="1500"/>
              <a:buChar char="●"/>
            </a:pPr>
            <a:r>
              <a:rPr lang="en" sz="1500">
                <a:solidFill>
                  <a:srgbClr val="000000"/>
                </a:solidFill>
              </a:rPr>
              <a:t>At the tract level, physical and behavioral factors help identify communities at greater mental health risk and guide targeted policy interventions.</a:t>
            </a:r>
            <a:endParaRPr b="1" sz="1500"/>
          </a:p>
        </p:txBody>
      </p:sp>
      <p:sp>
        <p:nvSpPr>
          <p:cNvPr id="392" name="Google Shape;392;p38"/>
          <p:cNvSpPr txBox="1"/>
          <p:nvPr>
            <p:ph idx="4294967295" type="subTitle"/>
          </p:nvPr>
        </p:nvSpPr>
        <p:spPr>
          <a:xfrm>
            <a:off x="4567200" y="1621502"/>
            <a:ext cx="3819000" cy="35220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00000"/>
              </a:buClr>
              <a:buSzPts val="1500"/>
              <a:buChar char="●"/>
            </a:pPr>
            <a:r>
              <a:rPr lang="en" sz="1500"/>
              <a:t>Could have modeled as classification (High, Medium, Low)</a:t>
            </a:r>
            <a:endParaRPr sz="1500"/>
          </a:p>
          <a:p>
            <a:pPr indent="-323850" lvl="0" marL="457200" rtl="0" algn="l">
              <a:lnSpc>
                <a:spcPct val="115000"/>
              </a:lnSpc>
              <a:spcBef>
                <a:spcPts val="0"/>
              </a:spcBef>
              <a:spcAft>
                <a:spcPts val="0"/>
              </a:spcAft>
              <a:buClr>
                <a:srgbClr val="000000"/>
              </a:buClr>
              <a:buSzPts val="1500"/>
              <a:buChar char="●"/>
            </a:pPr>
            <a:r>
              <a:rPr lang="en" sz="1500"/>
              <a:t>Force artificial cut offs between groups </a:t>
            </a:r>
            <a:endParaRPr sz="1500"/>
          </a:p>
          <a:p>
            <a:pPr indent="-323850" lvl="0" marL="457200" rtl="0" algn="l">
              <a:lnSpc>
                <a:spcPct val="115000"/>
              </a:lnSpc>
              <a:spcBef>
                <a:spcPts val="0"/>
              </a:spcBef>
              <a:spcAft>
                <a:spcPts val="0"/>
              </a:spcAft>
              <a:buClr>
                <a:srgbClr val="000000"/>
              </a:buClr>
              <a:buSzPts val="1500"/>
              <a:buChar char="●"/>
            </a:pPr>
            <a:r>
              <a:rPr lang="en" sz="1500"/>
              <a:t>Lose detail about actual percentages </a:t>
            </a:r>
            <a:endParaRPr sz="1500"/>
          </a:p>
          <a:p>
            <a:pPr indent="0" lvl="0" marL="0" rtl="0" algn="l">
              <a:lnSpc>
                <a:spcPct val="115000"/>
              </a:lnSpc>
              <a:spcBef>
                <a:spcPts val="0"/>
              </a:spcBef>
              <a:spcAft>
                <a:spcPts val="0"/>
              </a:spcAft>
              <a:buNone/>
            </a:pPr>
            <a:r>
              <a:t/>
            </a:r>
            <a:endParaRPr sz="1400">
              <a:solidFill>
                <a:srgbClr val="000000"/>
              </a:solidFill>
            </a:endParaRPr>
          </a:p>
          <a:p>
            <a:pPr indent="0" lvl="0" marL="0" rtl="0" algn="l">
              <a:lnSpc>
                <a:spcPct val="115000"/>
              </a:lnSpc>
              <a:spcBef>
                <a:spcPts val="0"/>
              </a:spcBef>
              <a:spcAft>
                <a:spcPts val="0"/>
              </a:spcAft>
              <a:buNone/>
            </a:pPr>
            <a:r>
              <a:t/>
            </a:r>
            <a:endParaRPr sz="1400"/>
          </a:p>
        </p:txBody>
      </p:sp>
      <p:sp>
        <p:nvSpPr>
          <p:cNvPr id="393" name="Google Shape;393;p38"/>
          <p:cNvSpPr txBox="1"/>
          <p:nvPr>
            <p:ph idx="4294967295" type="subTitle"/>
          </p:nvPr>
        </p:nvSpPr>
        <p:spPr>
          <a:xfrm>
            <a:off x="4701900" y="1291700"/>
            <a:ext cx="41487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Alternative Approach Considered</a:t>
            </a:r>
            <a:endParaRPr b="1" sz="1800"/>
          </a:p>
          <a:p>
            <a:pPr indent="0" lvl="0" marL="0" rtl="0" algn="l">
              <a:spcBef>
                <a:spcPts val="0"/>
              </a:spcBef>
              <a:spcAft>
                <a:spcPts val="0"/>
              </a:spcAft>
              <a:buNone/>
            </a:pPr>
            <a:r>
              <a:t/>
            </a:r>
            <a:endParaRPr b="1"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9"/>
          <p:cNvSpPr txBox="1"/>
          <p:nvPr>
            <p:ph type="title"/>
          </p:nvPr>
        </p:nvSpPr>
        <p:spPr>
          <a:xfrm>
            <a:off x="620600" y="4401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Splitting</a:t>
            </a:r>
            <a:endParaRPr/>
          </a:p>
        </p:txBody>
      </p:sp>
      <p:sp>
        <p:nvSpPr>
          <p:cNvPr id="399" name="Google Shape;399;p3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00" name="Google Shape;400;p39"/>
          <p:cNvSpPr txBox="1"/>
          <p:nvPr>
            <p:ph idx="5" type="subTitle"/>
          </p:nvPr>
        </p:nvSpPr>
        <p:spPr>
          <a:xfrm>
            <a:off x="620600" y="1291695"/>
            <a:ext cx="3549600" cy="37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Spatial</a:t>
            </a:r>
            <a:endParaRPr b="1" sz="1800"/>
          </a:p>
        </p:txBody>
      </p:sp>
      <p:sp>
        <p:nvSpPr>
          <p:cNvPr id="401" name="Google Shape;401;p39"/>
          <p:cNvSpPr txBox="1"/>
          <p:nvPr>
            <p:ph idx="1" type="subTitle"/>
          </p:nvPr>
        </p:nvSpPr>
        <p:spPr>
          <a:xfrm>
            <a:off x="620600" y="1621502"/>
            <a:ext cx="3819000" cy="35220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Split by county because nearby tracts may not be independent</a:t>
            </a:r>
            <a:endParaRPr sz="1500"/>
          </a:p>
          <a:p>
            <a:pPr indent="-323850" lvl="0" marL="457200" rtl="0" algn="l">
              <a:lnSpc>
                <a:spcPct val="115000"/>
              </a:lnSpc>
              <a:spcBef>
                <a:spcPts val="0"/>
              </a:spcBef>
              <a:spcAft>
                <a:spcPts val="0"/>
              </a:spcAft>
              <a:buSzPts val="1500"/>
              <a:buChar char="●"/>
            </a:pPr>
            <a:r>
              <a:rPr lang="en" sz="1500"/>
              <a:t>Random splits caused spatial leakage </a:t>
            </a:r>
            <a:endParaRPr sz="1500"/>
          </a:p>
          <a:p>
            <a:pPr indent="-323850" lvl="0" marL="457200" rtl="0" algn="l">
              <a:lnSpc>
                <a:spcPct val="115000"/>
              </a:lnSpc>
              <a:spcBef>
                <a:spcPts val="0"/>
              </a:spcBef>
              <a:spcAft>
                <a:spcPts val="0"/>
              </a:spcAft>
              <a:buSzPts val="1500"/>
              <a:buChar char="●"/>
            </a:pPr>
            <a:r>
              <a:rPr lang="en" sz="1500"/>
              <a:t>Measures true generalization to new geographic areas </a:t>
            </a:r>
            <a:endParaRPr sz="1500"/>
          </a:p>
          <a:p>
            <a:pPr indent="-323850" lvl="0" marL="457200" rtl="0" algn="l">
              <a:lnSpc>
                <a:spcPct val="115000"/>
              </a:lnSpc>
              <a:spcBef>
                <a:spcPts val="0"/>
              </a:spcBef>
              <a:spcAft>
                <a:spcPts val="0"/>
              </a:spcAft>
              <a:buSzPts val="1500"/>
              <a:buChar char="●"/>
            </a:pPr>
            <a:r>
              <a:rPr lang="en" sz="1500"/>
              <a:t>60/20/20 by county (train/validation/test) → counties don't cross splits </a:t>
            </a:r>
            <a:endParaRPr sz="1500"/>
          </a:p>
          <a:p>
            <a:pPr indent="-323850" lvl="0" marL="457200" rtl="0" algn="l">
              <a:lnSpc>
                <a:spcPct val="115000"/>
              </a:lnSpc>
              <a:spcBef>
                <a:spcPts val="0"/>
              </a:spcBef>
              <a:spcAft>
                <a:spcPts val="0"/>
              </a:spcAft>
              <a:buSzPts val="1500"/>
              <a:buChar char="●"/>
            </a:pPr>
            <a:r>
              <a:rPr lang="en" sz="1500"/>
              <a:t>Cross Validation: Use GroupKFold (by county) on the train set only </a:t>
            </a:r>
            <a:endParaRPr sz="1500">
              <a:solidFill>
                <a:srgbClr val="000000"/>
              </a:solidFill>
            </a:endParaRPr>
          </a:p>
        </p:txBody>
      </p:sp>
      <p:sp>
        <p:nvSpPr>
          <p:cNvPr id="402" name="Google Shape;402;p39"/>
          <p:cNvSpPr txBox="1"/>
          <p:nvPr>
            <p:ph idx="1" type="subTitle"/>
          </p:nvPr>
        </p:nvSpPr>
        <p:spPr>
          <a:xfrm>
            <a:off x="4567200" y="1621502"/>
            <a:ext cx="3819000" cy="35220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No county appears in multiple splits</a:t>
            </a:r>
            <a:endParaRPr sz="1500"/>
          </a:p>
          <a:p>
            <a:pPr indent="-323850" lvl="0" marL="457200" rtl="0" algn="l">
              <a:lnSpc>
                <a:spcPct val="115000"/>
              </a:lnSpc>
              <a:spcBef>
                <a:spcPts val="0"/>
              </a:spcBef>
              <a:spcAft>
                <a:spcPts val="0"/>
              </a:spcAft>
              <a:buSzPts val="1500"/>
              <a:buChar char="●"/>
            </a:pPr>
            <a:r>
              <a:rPr lang="en" sz="1500"/>
              <a:t>Target distribution (MentalHealth_Pct) is similar across splits</a:t>
            </a:r>
            <a:endParaRPr sz="1500"/>
          </a:p>
          <a:p>
            <a:pPr indent="-323850" lvl="0" marL="457200" rtl="0" algn="l">
              <a:lnSpc>
                <a:spcPct val="115000"/>
              </a:lnSpc>
              <a:spcBef>
                <a:spcPts val="0"/>
              </a:spcBef>
              <a:spcAft>
                <a:spcPts val="0"/>
              </a:spcAft>
              <a:buSzPts val="1500"/>
              <a:buChar char="●"/>
            </a:pPr>
            <a:r>
              <a:rPr lang="en" sz="1500"/>
              <a:t>Basic balance of tract counts per split</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t/>
            </a:r>
            <a:endParaRPr sz="1400"/>
          </a:p>
          <a:p>
            <a:pPr indent="0" lvl="0" marL="0" rtl="0" algn="l">
              <a:lnSpc>
                <a:spcPct val="115000"/>
              </a:lnSpc>
              <a:spcBef>
                <a:spcPts val="0"/>
              </a:spcBef>
              <a:spcAft>
                <a:spcPts val="0"/>
              </a:spcAft>
              <a:buNone/>
            </a:pPr>
            <a:r>
              <a:t/>
            </a:r>
            <a:endParaRPr sz="1500"/>
          </a:p>
        </p:txBody>
      </p:sp>
      <p:sp>
        <p:nvSpPr>
          <p:cNvPr id="403" name="Google Shape;403;p39"/>
          <p:cNvSpPr txBox="1"/>
          <p:nvPr>
            <p:ph idx="5" type="subTitle"/>
          </p:nvPr>
        </p:nvSpPr>
        <p:spPr>
          <a:xfrm>
            <a:off x="4701900" y="1291700"/>
            <a:ext cx="4148700" cy="40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Checks</a:t>
            </a:r>
            <a:endParaRPr b="1"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0"/>
          <p:cNvSpPr txBox="1"/>
          <p:nvPr>
            <p:ph idx="1" type="subTitle"/>
          </p:nvPr>
        </p:nvSpPr>
        <p:spPr>
          <a:xfrm>
            <a:off x="617213" y="1610441"/>
            <a:ext cx="3549600" cy="1207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Char char="●"/>
            </a:pPr>
            <a:r>
              <a:rPr lang="en"/>
              <a:t>Target is a proportion bounded between 0 &amp; 1.</a:t>
            </a:r>
            <a:endParaRPr/>
          </a:p>
          <a:p>
            <a:pPr indent="-304800" lvl="0" marL="457200" rtl="0" algn="l">
              <a:lnSpc>
                <a:spcPct val="115000"/>
              </a:lnSpc>
              <a:spcBef>
                <a:spcPts val="0"/>
              </a:spcBef>
              <a:spcAft>
                <a:spcPts val="0"/>
              </a:spcAft>
              <a:buSzPts val="1200"/>
              <a:buChar char="●"/>
            </a:pPr>
            <a:r>
              <a:rPr lang="en"/>
              <a:t>Mental-health proportions show heteroskedasticity and skew.</a:t>
            </a:r>
            <a:endParaRPr/>
          </a:p>
          <a:p>
            <a:pPr indent="-304800" lvl="0" marL="457200" rtl="0" algn="l">
              <a:lnSpc>
                <a:spcPct val="115000"/>
              </a:lnSpc>
              <a:spcBef>
                <a:spcPts val="0"/>
              </a:spcBef>
              <a:spcAft>
                <a:spcPts val="0"/>
              </a:spcAft>
              <a:buSzPts val="1200"/>
              <a:buChar char="●"/>
            </a:pPr>
            <a:r>
              <a:rPr lang="en"/>
              <a:t>R</a:t>
            </a:r>
            <a:r>
              <a:rPr lang="en"/>
              <a:t>elationship between socioeconomic factors and mental-health proportion is nonlinear.</a:t>
            </a:r>
            <a:endParaRPr/>
          </a:p>
          <a:p>
            <a:pPr indent="0" lvl="0" marL="0" rtl="0" algn="l">
              <a:lnSpc>
                <a:spcPct val="115000"/>
              </a:lnSpc>
              <a:spcBef>
                <a:spcPts val="0"/>
              </a:spcBef>
              <a:spcAft>
                <a:spcPts val="0"/>
              </a:spcAft>
              <a:buNone/>
            </a:pPr>
            <a:r>
              <a:t/>
            </a:r>
            <a:endParaRPr/>
          </a:p>
        </p:txBody>
      </p:sp>
      <p:sp>
        <p:nvSpPr>
          <p:cNvPr id="409" name="Google Shape;409;p40"/>
          <p:cNvSpPr txBox="1"/>
          <p:nvPr>
            <p:ph idx="4" type="subTitle"/>
          </p:nvPr>
        </p:nvSpPr>
        <p:spPr>
          <a:xfrm>
            <a:off x="617213" y="1350211"/>
            <a:ext cx="3549600" cy="37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a:t>
            </a:r>
            <a:endParaRPr/>
          </a:p>
        </p:txBody>
      </p:sp>
      <p:sp>
        <p:nvSpPr>
          <p:cNvPr id="410" name="Google Shape;410;p40"/>
          <p:cNvSpPr txBox="1"/>
          <p:nvPr>
            <p:ph type="title"/>
          </p:nvPr>
        </p:nvSpPr>
        <p:spPr>
          <a:xfrm>
            <a:off x="620600" y="4401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Beta Regression</a:t>
            </a:r>
            <a:endParaRPr/>
          </a:p>
        </p:txBody>
      </p:sp>
      <p:sp>
        <p:nvSpPr>
          <p:cNvPr id="411" name="Google Shape;411;p40"/>
          <p:cNvSpPr txBox="1"/>
          <p:nvPr>
            <p:ph idx="1" type="subTitle"/>
          </p:nvPr>
        </p:nvSpPr>
        <p:spPr>
          <a:xfrm>
            <a:off x="4774988" y="1610441"/>
            <a:ext cx="3549600" cy="1207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Char char="●"/>
            </a:pPr>
            <a:r>
              <a:rPr lang="en"/>
              <a:t>Handles bounded continuous outcomes properly.</a:t>
            </a:r>
            <a:endParaRPr/>
          </a:p>
          <a:p>
            <a:pPr indent="-304800" lvl="0" marL="457200" rtl="0" algn="l">
              <a:lnSpc>
                <a:spcPct val="115000"/>
              </a:lnSpc>
              <a:spcBef>
                <a:spcPts val="0"/>
              </a:spcBef>
              <a:spcAft>
                <a:spcPts val="0"/>
              </a:spcAft>
              <a:buSzPts val="1200"/>
              <a:buChar char="●"/>
            </a:pPr>
            <a:r>
              <a:rPr lang="en"/>
              <a:t>Interpretable coefficients</a:t>
            </a:r>
            <a:endParaRPr/>
          </a:p>
          <a:p>
            <a:pPr indent="-304800" lvl="0" marL="457200" rtl="0" algn="l">
              <a:lnSpc>
                <a:spcPct val="115000"/>
              </a:lnSpc>
              <a:spcBef>
                <a:spcPts val="0"/>
              </a:spcBef>
              <a:spcAft>
                <a:spcPts val="0"/>
              </a:spcAft>
              <a:buSzPts val="1200"/>
              <a:buChar char="●"/>
            </a:pPr>
            <a:r>
              <a:rPr lang="en">
                <a:solidFill>
                  <a:srgbClr val="000000"/>
                </a:solidFill>
              </a:rPr>
              <a:t>Well suited for health application</a:t>
            </a:r>
            <a:endParaRPr/>
          </a:p>
        </p:txBody>
      </p:sp>
      <p:sp>
        <p:nvSpPr>
          <p:cNvPr id="412" name="Google Shape;412;p40"/>
          <p:cNvSpPr txBox="1"/>
          <p:nvPr>
            <p:ph idx="4" type="subTitle"/>
          </p:nvPr>
        </p:nvSpPr>
        <p:spPr>
          <a:xfrm>
            <a:off x="4774988" y="1350211"/>
            <a:ext cx="3549600" cy="37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Strengths</a:t>
            </a:r>
            <a:endParaRPr/>
          </a:p>
        </p:txBody>
      </p:sp>
      <p:sp>
        <p:nvSpPr>
          <p:cNvPr id="413" name="Google Shape;413;p40"/>
          <p:cNvSpPr txBox="1"/>
          <p:nvPr>
            <p:ph idx="1" type="subTitle"/>
          </p:nvPr>
        </p:nvSpPr>
        <p:spPr>
          <a:xfrm>
            <a:off x="718313" y="3461266"/>
            <a:ext cx="3549600" cy="1207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Char char="●"/>
            </a:pPr>
            <a:r>
              <a:rPr lang="en"/>
              <a:t>Dependent variable ∈ (0, 1).</a:t>
            </a:r>
            <a:endParaRPr/>
          </a:p>
          <a:p>
            <a:pPr indent="-304800" lvl="0" marL="457200" rtl="0" algn="l">
              <a:lnSpc>
                <a:spcPct val="115000"/>
              </a:lnSpc>
              <a:spcBef>
                <a:spcPts val="0"/>
              </a:spcBef>
              <a:spcAft>
                <a:spcPts val="0"/>
              </a:spcAft>
              <a:buSzPts val="1200"/>
              <a:buChar char="●"/>
            </a:pPr>
            <a:r>
              <a:rPr lang="en"/>
              <a:t>Relationship between predictors and mean mental health proportion is modeled through a link function.</a:t>
            </a:r>
            <a:endParaRPr/>
          </a:p>
          <a:p>
            <a:pPr indent="0" lvl="0" marL="0" rtl="0" algn="l">
              <a:lnSpc>
                <a:spcPct val="115000"/>
              </a:lnSpc>
              <a:spcBef>
                <a:spcPts val="0"/>
              </a:spcBef>
              <a:spcAft>
                <a:spcPts val="0"/>
              </a:spcAft>
              <a:buNone/>
            </a:pPr>
            <a:r>
              <a:t/>
            </a:r>
            <a:endParaRPr/>
          </a:p>
        </p:txBody>
      </p:sp>
      <p:sp>
        <p:nvSpPr>
          <p:cNvPr id="414" name="Google Shape;414;p40"/>
          <p:cNvSpPr txBox="1"/>
          <p:nvPr>
            <p:ph idx="4" type="subTitle"/>
          </p:nvPr>
        </p:nvSpPr>
        <p:spPr>
          <a:xfrm>
            <a:off x="718313" y="3201036"/>
            <a:ext cx="3549600" cy="37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Assumptions</a:t>
            </a:r>
            <a:endParaRPr/>
          </a:p>
        </p:txBody>
      </p:sp>
      <p:sp>
        <p:nvSpPr>
          <p:cNvPr id="415" name="Google Shape;415;p40"/>
          <p:cNvSpPr txBox="1"/>
          <p:nvPr>
            <p:ph idx="1" type="subTitle"/>
          </p:nvPr>
        </p:nvSpPr>
        <p:spPr>
          <a:xfrm>
            <a:off x="4876088" y="3461266"/>
            <a:ext cx="3549600" cy="1207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Char char="●"/>
            </a:pPr>
            <a:r>
              <a:rPr lang="en"/>
              <a:t>C</a:t>
            </a:r>
            <a:r>
              <a:rPr lang="en"/>
              <a:t>annot automatically learn complex nonlinear patterns.</a:t>
            </a:r>
            <a:endParaRPr/>
          </a:p>
          <a:p>
            <a:pPr indent="-304800" lvl="0" marL="457200" rtl="0" algn="l">
              <a:lnSpc>
                <a:spcPct val="115000"/>
              </a:lnSpc>
              <a:spcBef>
                <a:spcPts val="0"/>
              </a:spcBef>
              <a:spcAft>
                <a:spcPts val="0"/>
              </a:spcAft>
              <a:buSzPts val="1200"/>
              <a:buChar char="●"/>
            </a:pPr>
            <a:r>
              <a:rPr lang="en"/>
              <a:t>Sensitive to outliers and extreme proportions.</a:t>
            </a:r>
            <a:endParaRPr/>
          </a:p>
        </p:txBody>
      </p:sp>
      <p:sp>
        <p:nvSpPr>
          <p:cNvPr id="416" name="Google Shape;416;p40"/>
          <p:cNvSpPr txBox="1"/>
          <p:nvPr>
            <p:ph idx="4" type="subTitle"/>
          </p:nvPr>
        </p:nvSpPr>
        <p:spPr>
          <a:xfrm>
            <a:off x="4876088" y="3201036"/>
            <a:ext cx="3549600" cy="37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Limitations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1"/>
          <p:cNvSpPr txBox="1"/>
          <p:nvPr>
            <p:ph type="title"/>
          </p:nvPr>
        </p:nvSpPr>
        <p:spPr>
          <a:xfrm>
            <a:off x="662625" y="4428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Loss Function &amp; Hyper Parameters </a:t>
            </a:r>
            <a:endParaRPr/>
          </a:p>
        </p:txBody>
      </p:sp>
      <p:sp>
        <p:nvSpPr>
          <p:cNvPr id="422" name="Google Shape;422;p41"/>
          <p:cNvSpPr txBox="1"/>
          <p:nvPr/>
        </p:nvSpPr>
        <p:spPr>
          <a:xfrm>
            <a:off x="662625" y="1334875"/>
            <a:ext cx="3552300" cy="324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Poppins"/>
                <a:ea typeface="Poppins"/>
                <a:cs typeface="Poppins"/>
                <a:sym typeface="Poppins"/>
              </a:rPr>
              <a:t>Loss:</a:t>
            </a:r>
            <a:r>
              <a:rPr lang="en" sz="1500">
                <a:solidFill>
                  <a:schemeClr val="dk1"/>
                </a:solidFill>
                <a:latin typeface="Poppins"/>
                <a:ea typeface="Poppins"/>
                <a:cs typeface="Poppins"/>
                <a:sym typeface="Poppins"/>
              </a:rPr>
              <a:t> </a:t>
            </a:r>
            <a:r>
              <a:rPr lang="en" sz="1500">
                <a:solidFill>
                  <a:schemeClr val="dk1"/>
                </a:solidFill>
                <a:latin typeface="Poppins"/>
                <a:ea typeface="Poppins"/>
                <a:cs typeface="Poppins"/>
                <a:sym typeface="Poppins"/>
              </a:rPr>
              <a:t>Negative log-likelihood (NLL) →</a:t>
            </a:r>
            <a:r>
              <a:rPr lang="en" sz="1500">
                <a:solidFill>
                  <a:schemeClr val="dk1"/>
                </a:solidFill>
                <a:latin typeface="Poppins"/>
                <a:ea typeface="Poppins"/>
                <a:cs typeface="Poppins"/>
                <a:sym typeface="Poppins"/>
              </a:rPr>
              <a:t> Matches likelihood for proportions &amp; handles heteroskedasticity </a:t>
            </a:r>
            <a:endParaRPr sz="15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a:latin typeface="Poppins"/>
                <a:ea typeface="Poppins"/>
                <a:cs typeface="Poppins"/>
                <a:sym typeface="Poppins"/>
              </a:rPr>
              <a:t>Hyperparameter:</a:t>
            </a:r>
            <a:r>
              <a:rPr lang="en">
                <a:latin typeface="Poppins"/>
                <a:ea typeface="Poppins"/>
                <a:cs typeface="Poppins"/>
                <a:sym typeface="Poppins"/>
              </a:rPr>
              <a:t> </a:t>
            </a:r>
            <a:r>
              <a:rPr b="1" lang="en">
                <a:latin typeface="Poppins"/>
                <a:ea typeface="Poppins"/>
                <a:cs typeface="Poppins"/>
                <a:sym typeface="Poppins"/>
              </a:rPr>
              <a:t>Link function</a:t>
            </a:r>
            <a:r>
              <a:rPr lang="en">
                <a:latin typeface="Poppins"/>
                <a:ea typeface="Poppins"/>
                <a:cs typeface="Poppins"/>
                <a:sym typeface="Poppins"/>
              </a:rPr>
              <a:t> ∈ {logit, probit, cloglog}</a:t>
            </a:r>
            <a:endParaRPr>
              <a:latin typeface="Poppins"/>
              <a:ea typeface="Poppins"/>
              <a:cs typeface="Poppins"/>
              <a:sym typeface="Poppins"/>
            </a:endParaRPr>
          </a:p>
          <a:p>
            <a:pPr indent="-317500" lvl="0" marL="457200" rtl="0" algn="l">
              <a:lnSpc>
                <a:spcPct val="115000"/>
              </a:lnSpc>
              <a:spcBef>
                <a:spcPts val="1200"/>
              </a:spcBef>
              <a:spcAft>
                <a:spcPts val="0"/>
              </a:spcAft>
              <a:buSzPts val="1400"/>
              <a:buChar char="●"/>
            </a:pPr>
            <a:r>
              <a:rPr b="1" lang="en">
                <a:latin typeface="Poppins"/>
                <a:ea typeface="Poppins"/>
                <a:cs typeface="Poppins"/>
                <a:sym typeface="Poppins"/>
              </a:rPr>
              <a:t>Tuning: </a:t>
            </a:r>
            <a:r>
              <a:rPr lang="en">
                <a:latin typeface="Poppins"/>
                <a:ea typeface="Poppins"/>
                <a:cs typeface="Poppins"/>
                <a:sym typeface="Poppins"/>
              </a:rPr>
              <a:t>5-fold CV(by county)</a:t>
            </a:r>
            <a:br>
              <a:rPr lang="en">
                <a:latin typeface="Poppins"/>
                <a:ea typeface="Poppins"/>
                <a:cs typeface="Poppins"/>
                <a:sym typeface="Poppins"/>
              </a:rPr>
            </a:br>
            <a:endParaRPr>
              <a:latin typeface="Poppins"/>
              <a:ea typeface="Poppins"/>
              <a:cs typeface="Poppins"/>
              <a:sym typeface="Poppins"/>
            </a:endParaRPr>
          </a:p>
          <a:p>
            <a:pPr indent="-317500" lvl="0" marL="457200" rtl="0" algn="l">
              <a:lnSpc>
                <a:spcPct val="115000"/>
              </a:lnSpc>
              <a:spcBef>
                <a:spcPts val="0"/>
              </a:spcBef>
              <a:spcAft>
                <a:spcPts val="0"/>
              </a:spcAft>
              <a:buSzPts val="1400"/>
              <a:buChar char="●"/>
            </a:pPr>
            <a:r>
              <a:rPr b="1" lang="en">
                <a:latin typeface="Poppins"/>
                <a:ea typeface="Poppins"/>
                <a:cs typeface="Poppins"/>
                <a:sym typeface="Poppins"/>
              </a:rPr>
              <a:t>Result:</a:t>
            </a:r>
            <a:r>
              <a:rPr lang="en">
                <a:latin typeface="Poppins"/>
                <a:ea typeface="Poppins"/>
                <a:cs typeface="Poppins"/>
                <a:sym typeface="Poppins"/>
              </a:rPr>
              <a:t> </a:t>
            </a:r>
            <a:r>
              <a:rPr lang="en">
                <a:latin typeface="Poppins"/>
                <a:ea typeface="Poppins"/>
                <a:cs typeface="Poppins"/>
                <a:sym typeface="Poppins"/>
              </a:rPr>
              <a:t>Probit (lowest CV MSE → best predictive performance)</a:t>
            </a:r>
            <a:endParaRPr>
              <a:latin typeface="Poppins"/>
              <a:ea typeface="Poppins"/>
              <a:cs typeface="Poppins"/>
              <a:sym typeface="Poppins"/>
            </a:endParaRPr>
          </a:p>
          <a:p>
            <a:pPr indent="0" lvl="0" marL="0" rtl="0" algn="l">
              <a:spcBef>
                <a:spcPts val="1200"/>
              </a:spcBef>
              <a:spcAft>
                <a:spcPts val="0"/>
              </a:spcAft>
              <a:buNone/>
            </a:pPr>
            <a:r>
              <a:t/>
            </a:r>
            <a:endParaRPr sz="1200">
              <a:solidFill>
                <a:schemeClr val="dk1"/>
              </a:solidFill>
              <a:latin typeface="Poppins"/>
              <a:ea typeface="Poppins"/>
              <a:cs typeface="Poppins"/>
              <a:sym typeface="Poppins"/>
            </a:endParaRPr>
          </a:p>
        </p:txBody>
      </p:sp>
      <p:graphicFrame>
        <p:nvGraphicFramePr>
          <p:cNvPr id="423" name="Google Shape;423;p41"/>
          <p:cNvGraphicFramePr/>
          <p:nvPr/>
        </p:nvGraphicFramePr>
        <p:xfrm>
          <a:off x="4778975" y="1896864"/>
          <a:ext cx="3000000" cy="3000000"/>
        </p:xfrm>
        <a:graphic>
          <a:graphicData uri="http://schemas.openxmlformats.org/drawingml/2006/table">
            <a:tbl>
              <a:tblPr>
                <a:noFill/>
                <a:tableStyleId>{B81BC08F-98AE-4927-8B76-9A9CDD7F654B}</a:tableStyleId>
              </a:tblPr>
              <a:tblGrid>
                <a:gridCol w="1259500"/>
                <a:gridCol w="1064350"/>
                <a:gridCol w="1263800"/>
              </a:tblGrid>
              <a:tr h="313600">
                <a:tc>
                  <a:txBody>
                    <a:bodyPr/>
                    <a:lstStyle/>
                    <a:p>
                      <a:pPr indent="0" lvl="0" marL="0" rtl="0" algn="l">
                        <a:spcBef>
                          <a:spcPts val="0"/>
                        </a:spcBef>
                        <a:spcAft>
                          <a:spcPts val="0"/>
                        </a:spcAft>
                        <a:buNone/>
                      </a:pPr>
                      <a:r>
                        <a:t/>
                      </a:r>
                      <a:endParaRPr b="1" sz="1200">
                        <a:solidFill>
                          <a:schemeClr val="lt1"/>
                        </a:solidFill>
                        <a:latin typeface="Poppins"/>
                        <a:ea typeface="Poppins"/>
                        <a:cs typeface="Poppins"/>
                        <a:sym typeface="Poppins"/>
                      </a:endParaRPr>
                    </a:p>
                  </a:txBody>
                  <a:tcPr marT="45700" marB="45700"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200">
                          <a:solidFill>
                            <a:schemeClr val="lt1"/>
                          </a:solidFill>
                          <a:latin typeface="Poppins"/>
                          <a:ea typeface="Poppins"/>
                          <a:cs typeface="Poppins"/>
                          <a:sym typeface="Poppins"/>
                        </a:rPr>
                        <a:t>MSE </a:t>
                      </a:r>
                      <a:endParaRPr b="1" sz="1200">
                        <a:solidFill>
                          <a:schemeClr val="lt1"/>
                        </a:solidFill>
                        <a:latin typeface="Poppins"/>
                        <a:ea typeface="Poppins"/>
                        <a:cs typeface="Poppins"/>
                        <a:sym typeface="Poppins"/>
                      </a:endParaRPr>
                    </a:p>
                  </a:txBody>
                  <a:tcPr marT="45700" marB="45700"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200">
                          <a:solidFill>
                            <a:schemeClr val="lt1"/>
                          </a:solidFill>
                          <a:latin typeface="Poppins"/>
                          <a:ea typeface="Poppins"/>
                          <a:cs typeface="Poppins"/>
                          <a:sym typeface="Poppins"/>
                        </a:rPr>
                        <a:t>R</a:t>
                      </a:r>
                      <a:r>
                        <a:rPr b="1" baseline="30000" lang="en" sz="1200">
                          <a:solidFill>
                            <a:schemeClr val="lt1"/>
                          </a:solidFill>
                          <a:latin typeface="Poppins"/>
                          <a:ea typeface="Poppins"/>
                          <a:cs typeface="Poppins"/>
                          <a:sym typeface="Poppins"/>
                        </a:rPr>
                        <a:t>2</a:t>
                      </a:r>
                      <a:endParaRPr b="1" baseline="30000" sz="1200">
                        <a:solidFill>
                          <a:schemeClr val="lt1"/>
                        </a:solidFill>
                        <a:latin typeface="Poppins"/>
                        <a:ea typeface="Poppins"/>
                        <a:cs typeface="Poppins"/>
                        <a:sym typeface="Poppins"/>
                      </a:endParaRPr>
                    </a:p>
                  </a:txBody>
                  <a:tcPr marT="45700" marB="45700"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dk2"/>
                    </a:solidFill>
                  </a:tcPr>
                </a:tc>
              </a:tr>
              <a:tr h="514900">
                <a:tc>
                  <a:txBody>
                    <a:bodyPr/>
                    <a:lstStyle/>
                    <a:p>
                      <a:pPr indent="0" lvl="0" marL="0" rtl="0" algn="l">
                        <a:spcBef>
                          <a:spcPts val="0"/>
                        </a:spcBef>
                        <a:spcAft>
                          <a:spcPts val="0"/>
                        </a:spcAft>
                        <a:buNone/>
                      </a:pPr>
                      <a:r>
                        <a:rPr b="1" lang="en" sz="1200">
                          <a:solidFill>
                            <a:schemeClr val="dk1"/>
                          </a:solidFill>
                          <a:latin typeface="Poppins"/>
                          <a:ea typeface="Poppins"/>
                          <a:cs typeface="Poppins"/>
                          <a:sym typeface="Poppins"/>
                        </a:rPr>
                        <a:t>Logit</a:t>
                      </a:r>
                      <a:endParaRPr b="1"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1"/>
                          </a:solidFill>
                          <a:latin typeface="Poppins"/>
                          <a:ea typeface="Poppins"/>
                          <a:cs typeface="Poppins"/>
                          <a:sym typeface="Poppins"/>
                        </a:rPr>
                        <a:t>1.68</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1"/>
                          </a:solidFill>
                          <a:latin typeface="Poppins"/>
                          <a:ea typeface="Poppins"/>
                          <a:cs typeface="Poppins"/>
                          <a:sym typeface="Poppins"/>
                        </a:rPr>
                        <a:t>0.85</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r>
              <a:tr h="514900">
                <a:tc>
                  <a:txBody>
                    <a:bodyPr/>
                    <a:lstStyle/>
                    <a:p>
                      <a:pPr indent="0" lvl="0" marL="0" rtl="0" algn="l">
                        <a:spcBef>
                          <a:spcPts val="0"/>
                        </a:spcBef>
                        <a:spcAft>
                          <a:spcPts val="0"/>
                        </a:spcAft>
                        <a:buNone/>
                      </a:pPr>
                      <a:r>
                        <a:rPr b="1" lang="en" sz="1200">
                          <a:solidFill>
                            <a:schemeClr val="dk1"/>
                          </a:solidFill>
                          <a:latin typeface="Poppins"/>
                          <a:ea typeface="Poppins"/>
                          <a:cs typeface="Poppins"/>
                          <a:sym typeface="Poppins"/>
                        </a:rPr>
                        <a:t>Cloglog</a:t>
                      </a:r>
                      <a:endParaRPr b="1"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1"/>
                          </a:solidFill>
                          <a:latin typeface="Poppins"/>
                          <a:ea typeface="Poppins"/>
                          <a:cs typeface="Poppins"/>
                          <a:sym typeface="Poppins"/>
                        </a:rPr>
                        <a:t>1.69</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1"/>
                          </a:solidFill>
                          <a:latin typeface="Poppins"/>
                          <a:ea typeface="Poppins"/>
                          <a:cs typeface="Poppins"/>
                          <a:sym typeface="Poppins"/>
                        </a:rPr>
                        <a:t>0.85</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r>
              <a:tr h="514900">
                <a:tc>
                  <a:txBody>
                    <a:bodyPr/>
                    <a:lstStyle/>
                    <a:p>
                      <a:pPr indent="0" lvl="0" marL="0" rtl="0" algn="l">
                        <a:spcBef>
                          <a:spcPts val="0"/>
                        </a:spcBef>
                        <a:spcAft>
                          <a:spcPts val="0"/>
                        </a:spcAft>
                        <a:buNone/>
                      </a:pPr>
                      <a:r>
                        <a:rPr b="1" lang="en" sz="1200">
                          <a:solidFill>
                            <a:schemeClr val="dk1"/>
                          </a:solidFill>
                          <a:latin typeface="Poppins"/>
                          <a:ea typeface="Poppins"/>
                          <a:cs typeface="Poppins"/>
                          <a:sym typeface="Poppins"/>
                        </a:rPr>
                        <a:t>Probit</a:t>
                      </a:r>
                      <a:endParaRPr b="1"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1"/>
                          </a:solidFill>
                          <a:latin typeface="Poppins"/>
                          <a:ea typeface="Poppins"/>
                          <a:cs typeface="Poppins"/>
                          <a:sym typeface="Poppins"/>
                        </a:rPr>
                        <a:t>1.66</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dk1"/>
                          </a:solidFill>
                          <a:latin typeface="Poppins"/>
                          <a:ea typeface="Poppins"/>
                          <a:cs typeface="Poppins"/>
                          <a:sym typeface="Poppins"/>
                        </a:rPr>
                        <a:t>0.86</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2"/>
          <p:cNvSpPr txBox="1"/>
          <p:nvPr>
            <p:ph idx="1" type="subTitle"/>
          </p:nvPr>
        </p:nvSpPr>
        <p:spPr>
          <a:xfrm>
            <a:off x="617225" y="1392400"/>
            <a:ext cx="4078500" cy="1207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solidFill>
                  <a:srgbClr val="000000"/>
                </a:solidFill>
              </a:rPr>
              <a:t>Captures complex, nonlinear socioeconomic patterns behind mental-health prevalence</a:t>
            </a:r>
            <a:endParaRPr sz="1300"/>
          </a:p>
          <a:p>
            <a:pPr indent="-311150" lvl="0" marL="457200" rtl="0" algn="l">
              <a:spcBef>
                <a:spcPts val="0"/>
              </a:spcBef>
              <a:spcAft>
                <a:spcPts val="0"/>
              </a:spcAft>
              <a:buSzPts val="1300"/>
              <a:buChar char="●"/>
            </a:pPr>
            <a:r>
              <a:rPr lang="en" sz="1300">
                <a:solidFill>
                  <a:srgbClr val="000000"/>
                </a:solidFill>
              </a:rPr>
              <a:t>Automatically models interactions without you specifying them</a:t>
            </a:r>
            <a:endParaRPr sz="1300">
              <a:solidFill>
                <a:srgbClr val="000000"/>
              </a:solidFill>
            </a:endParaRPr>
          </a:p>
          <a:p>
            <a:pPr indent="-311150" lvl="0" marL="457200" rtl="0" algn="l">
              <a:spcBef>
                <a:spcPts val="0"/>
              </a:spcBef>
              <a:spcAft>
                <a:spcPts val="0"/>
              </a:spcAft>
              <a:buClr>
                <a:srgbClr val="000000"/>
              </a:buClr>
              <a:buSzPts val="1300"/>
              <a:buChar char="●"/>
            </a:pPr>
            <a:r>
              <a:rPr lang="en" sz="1300">
                <a:solidFill>
                  <a:srgbClr val="000000"/>
                </a:solidFill>
              </a:rPr>
              <a:t>Robust to skewed predictors like income</a:t>
            </a:r>
            <a:endParaRPr sz="1300"/>
          </a:p>
          <a:p>
            <a:pPr indent="0" lvl="0" marL="0" rtl="0" algn="l">
              <a:spcBef>
                <a:spcPts val="0"/>
              </a:spcBef>
              <a:spcAft>
                <a:spcPts val="0"/>
              </a:spcAft>
              <a:buNone/>
            </a:pPr>
            <a:r>
              <a:t/>
            </a:r>
            <a:endParaRPr sz="1400"/>
          </a:p>
          <a:p>
            <a:pPr indent="0" lvl="0" marL="0" rtl="0" algn="l">
              <a:lnSpc>
                <a:spcPct val="115000"/>
              </a:lnSpc>
              <a:spcBef>
                <a:spcPts val="0"/>
              </a:spcBef>
              <a:spcAft>
                <a:spcPts val="0"/>
              </a:spcAft>
              <a:buNone/>
            </a:pPr>
            <a:r>
              <a:t/>
            </a:r>
            <a:endParaRPr/>
          </a:p>
        </p:txBody>
      </p:sp>
      <p:sp>
        <p:nvSpPr>
          <p:cNvPr id="429" name="Google Shape;429;p42"/>
          <p:cNvSpPr txBox="1"/>
          <p:nvPr>
            <p:ph idx="4" type="subTitle"/>
          </p:nvPr>
        </p:nvSpPr>
        <p:spPr>
          <a:xfrm>
            <a:off x="617213" y="1132169"/>
            <a:ext cx="3549600" cy="37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a:t>
            </a:r>
            <a:endParaRPr/>
          </a:p>
        </p:txBody>
      </p:sp>
      <p:sp>
        <p:nvSpPr>
          <p:cNvPr id="430" name="Google Shape;430;p42"/>
          <p:cNvSpPr txBox="1"/>
          <p:nvPr>
            <p:ph type="title"/>
          </p:nvPr>
        </p:nvSpPr>
        <p:spPr>
          <a:xfrm>
            <a:off x="620600" y="4401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Random Forest</a:t>
            </a:r>
            <a:endParaRPr/>
          </a:p>
          <a:p>
            <a:pPr indent="0" lvl="0" marL="0" rtl="0" algn="l">
              <a:spcBef>
                <a:spcPts val="0"/>
              </a:spcBef>
              <a:spcAft>
                <a:spcPts val="0"/>
              </a:spcAft>
              <a:buNone/>
            </a:pPr>
            <a:r>
              <a:t/>
            </a:r>
            <a:endParaRPr/>
          </a:p>
        </p:txBody>
      </p:sp>
      <p:sp>
        <p:nvSpPr>
          <p:cNvPr id="431" name="Google Shape;431;p42"/>
          <p:cNvSpPr txBox="1"/>
          <p:nvPr>
            <p:ph idx="1" type="subTitle"/>
          </p:nvPr>
        </p:nvSpPr>
        <p:spPr>
          <a:xfrm>
            <a:off x="4774988" y="1392399"/>
            <a:ext cx="3549600" cy="12078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sz="1300"/>
              <a:t>Naturally captures nonlinear and interaction effect</a:t>
            </a:r>
            <a:endParaRPr sz="1300"/>
          </a:p>
          <a:p>
            <a:pPr indent="-311150" lvl="0" marL="457200" rtl="0" algn="l">
              <a:lnSpc>
                <a:spcPct val="115000"/>
              </a:lnSpc>
              <a:spcBef>
                <a:spcPts val="0"/>
              </a:spcBef>
              <a:spcAft>
                <a:spcPts val="0"/>
              </a:spcAft>
              <a:buSzPts val="1300"/>
              <a:buChar char="●"/>
            </a:pPr>
            <a:r>
              <a:rPr lang="en" sz="1300"/>
              <a:t>No need to transform or normalize variables</a:t>
            </a:r>
            <a:endParaRPr sz="1300"/>
          </a:p>
          <a:p>
            <a:pPr indent="-311150" lvl="0" marL="457200" rtl="0" algn="l">
              <a:lnSpc>
                <a:spcPct val="115000"/>
              </a:lnSpc>
              <a:spcBef>
                <a:spcPts val="0"/>
              </a:spcBef>
              <a:spcAft>
                <a:spcPts val="0"/>
              </a:spcAft>
              <a:buSzPts val="1300"/>
              <a:buChar char="●"/>
            </a:pPr>
            <a:r>
              <a:rPr lang="en" sz="1300"/>
              <a:t>Provides interpretable feature importance measures</a:t>
            </a:r>
            <a:r>
              <a:rPr lang="en" sz="1300"/>
              <a:t> </a:t>
            </a:r>
            <a:endParaRPr sz="1300"/>
          </a:p>
        </p:txBody>
      </p:sp>
      <p:sp>
        <p:nvSpPr>
          <p:cNvPr id="432" name="Google Shape;432;p42"/>
          <p:cNvSpPr txBox="1"/>
          <p:nvPr>
            <p:ph idx="4" type="subTitle"/>
          </p:nvPr>
        </p:nvSpPr>
        <p:spPr>
          <a:xfrm>
            <a:off x="4774988" y="1132169"/>
            <a:ext cx="3549600" cy="37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Strengths</a:t>
            </a:r>
            <a:endParaRPr/>
          </a:p>
        </p:txBody>
      </p:sp>
      <p:sp>
        <p:nvSpPr>
          <p:cNvPr id="433" name="Google Shape;433;p42"/>
          <p:cNvSpPr txBox="1"/>
          <p:nvPr>
            <p:ph idx="1" type="subTitle"/>
          </p:nvPr>
        </p:nvSpPr>
        <p:spPr>
          <a:xfrm>
            <a:off x="718313" y="3621929"/>
            <a:ext cx="3549600" cy="1207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Minimal distributional assumptions.</a:t>
            </a:r>
            <a:endParaRPr sz="1300"/>
          </a:p>
          <a:p>
            <a:pPr indent="-311150" lvl="0" marL="457200" rtl="0" algn="l">
              <a:spcBef>
                <a:spcPts val="0"/>
              </a:spcBef>
              <a:spcAft>
                <a:spcPts val="0"/>
              </a:spcAft>
              <a:buSzPts val="1300"/>
              <a:buChar char="●"/>
            </a:pPr>
            <a:r>
              <a:rPr lang="en" sz="1300"/>
              <a:t>Training data are representative of what you’ll predict on.</a:t>
            </a:r>
            <a:endParaRPr sz="1300"/>
          </a:p>
          <a:p>
            <a:pPr indent="-311150" lvl="0" marL="457200" rtl="0" algn="l">
              <a:spcBef>
                <a:spcPts val="0"/>
              </a:spcBef>
              <a:spcAft>
                <a:spcPts val="0"/>
              </a:spcAft>
              <a:buSzPts val="1300"/>
              <a:buFont typeface="Arial"/>
              <a:buChar char="●"/>
            </a:pPr>
            <a:r>
              <a:rPr lang="en" sz="1300"/>
              <a:t>Predictors have real relationship (not all noise)</a:t>
            </a:r>
            <a:endParaRPr sz="1300"/>
          </a:p>
          <a:p>
            <a:pPr indent="0" lvl="0" marL="0" rtl="0" algn="l">
              <a:lnSpc>
                <a:spcPct val="115000"/>
              </a:lnSpc>
              <a:spcBef>
                <a:spcPts val="0"/>
              </a:spcBef>
              <a:spcAft>
                <a:spcPts val="0"/>
              </a:spcAft>
              <a:buNone/>
            </a:pPr>
            <a:r>
              <a:t/>
            </a:r>
            <a:endParaRPr/>
          </a:p>
        </p:txBody>
      </p:sp>
      <p:sp>
        <p:nvSpPr>
          <p:cNvPr id="434" name="Google Shape;434;p42"/>
          <p:cNvSpPr txBox="1"/>
          <p:nvPr>
            <p:ph idx="4" type="subTitle"/>
          </p:nvPr>
        </p:nvSpPr>
        <p:spPr>
          <a:xfrm>
            <a:off x="718313" y="3361699"/>
            <a:ext cx="3549600" cy="37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Assumptions</a:t>
            </a:r>
            <a:endParaRPr/>
          </a:p>
        </p:txBody>
      </p:sp>
      <p:sp>
        <p:nvSpPr>
          <p:cNvPr id="435" name="Google Shape;435;p42"/>
          <p:cNvSpPr txBox="1"/>
          <p:nvPr>
            <p:ph idx="1" type="subTitle"/>
          </p:nvPr>
        </p:nvSpPr>
        <p:spPr>
          <a:xfrm>
            <a:off x="4876088" y="3621929"/>
            <a:ext cx="3549600" cy="12078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sz="1300">
                <a:solidFill>
                  <a:srgbClr val="000000"/>
                </a:solidFill>
              </a:rPr>
              <a:t>Risk of overfitting without tuning.</a:t>
            </a:r>
            <a:endParaRPr sz="1300">
              <a:solidFill>
                <a:srgbClr val="000000"/>
              </a:solidFill>
            </a:endParaRPr>
          </a:p>
          <a:p>
            <a:pPr indent="-311150" lvl="0" marL="457200" rtl="0" algn="l">
              <a:lnSpc>
                <a:spcPct val="115000"/>
              </a:lnSpc>
              <a:spcBef>
                <a:spcPts val="0"/>
              </a:spcBef>
              <a:spcAft>
                <a:spcPts val="0"/>
              </a:spcAft>
              <a:buSzPts val="1300"/>
              <a:buChar char="●"/>
            </a:pPr>
            <a:r>
              <a:rPr lang="en" sz="1300">
                <a:solidFill>
                  <a:srgbClr val="000000"/>
                </a:solidFill>
              </a:rPr>
              <a:t>Importance measures can be biased.</a:t>
            </a:r>
            <a:endParaRPr sz="1300">
              <a:solidFill>
                <a:srgbClr val="000000"/>
              </a:solidFill>
            </a:endParaRPr>
          </a:p>
          <a:p>
            <a:pPr indent="-311150" lvl="0" marL="457200" rtl="0" algn="l">
              <a:lnSpc>
                <a:spcPct val="115000"/>
              </a:lnSpc>
              <a:spcBef>
                <a:spcPts val="0"/>
              </a:spcBef>
              <a:spcAft>
                <a:spcPts val="0"/>
              </a:spcAft>
              <a:buSzPts val="1300"/>
              <a:buChar char="●"/>
            </a:pPr>
            <a:r>
              <a:rPr lang="en" sz="1300">
                <a:solidFill>
                  <a:srgbClr val="000000"/>
                </a:solidFill>
              </a:rPr>
              <a:t>Harder to explain relationships compared to Beta regression.</a:t>
            </a:r>
            <a:endParaRPr sz="1300">
              <a:solidFill>
                <a:srgbClr val="000000"/>
              </a:solidFill>
            </a:endParaRPr>
          </a:p>
        </p:txBody>
      </p:sp>
      <p:sp>
        <p:nvSpPr>
          <p:cNvPr id="436" name="Google Shape;436;p42"/>
          <p:cNvSpPr txBox="1"/>
          <p:nvPr>
            <p:ph idx="4" type="subTitle"/>
          </p:nvPr>
        </p:nvSpPr>
        <p:spPr>
          <a:xfrm>
            <a:off x="4876088" y="3361699"/>
            <a:ext cx="3549600" cy="37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Limitations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3"/>
          <p:cNvSpPr txBox="1"/>
          <p:nvPr>
            <p:ph type="title"/>
          </p:nvPr>
        </p:nvSpPr>
        <p:spPr>
          <a:xfrm>
            <a:off x="662625" y="4428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Loss Function &amp; Hyper Parameters </a:t>
            </a:r>
            <a:endParaRPr/>
          </a:p>
        </p:txBody>
      </p:sp>
      <p:sp>
        <p:nvSpPr>
          <p:cNvPr id="442" name="Google Shape;442;p43"/>
          <p:cNvSpPr txBox="1"/>
          <p:nvPr/>
        </p:nvSpPr>
        <p:spPr>
          <a:xfrm>
            <a:off x="251225" y="1299575"/>
            <a:ext cx="3589200" cy="270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Poppins"/>
                <a:ea typeface="Poppins"/>
                <a:cs typeface="Poppins"/>
                <a:sym typeface="Poppins"/>
              </a:rPr>
              <a:t>Loss:</a:t>
            </a:r>
            <a:r>
              <a:rPr lang="en">
                <a:solidFill>
                  <a:schemeClr val="dk1"/>
                </a:solidFill>
                <a:latin typeface="Poppins"/>
                <a:ea typeface="Poppins"/>
                <a:cs typeface="Poppins"/>
                <a:sym typeface="Poppins"/>
              </a:rPr>
              <a:t> MSE (squared error) during tree splitting/aggregation → penalizes large errors, produces calibrated continuous scores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300">
                <a:latin typeface="Poppins"/>
                <a:ea typeface="Poppins"/>
                <a:cs typeface="Poppins"/>
                <a:sym typeface="Poppins"/>
              </a:rPr>
              <a:t>Hyperparameters tuned: </a:t>
            </a:r>
            <a:r>
              <a:rPr lang="en" sz="1300">
                <a:latin typeface="Poppins"/>
                <a:ea typeface="Poppins"/>
                <a:cs typeface="Poppins"/>
                <a:sym typeface="Poppins"/>
              </a:rPr>
              <a:t>highest impact knobs for MSE &amp; energy </a:t>
            </a:r>
            <a:endParaRPr sz="1300">
              <a:latin typeface="Poppins"/>
              <a:ea typeface="Poppins"/>
              <a:cs typeface="Poppins"/>
              <a:sym typeface="Poppins"/>
            </a:endParaRPr>
          </a:p>
          <a:p>
            <a:pPr indent="-311150" lvl="0" marL="457200" rtl="0" algn="l">
              <a:lnSpc>
                <a:spcPct val="115000"/>
              </a:lnSpc>
              <a:spcBef>
                <a:spcPts val="1200"/>
              </a:spcBef>
              <a:spcAft>
                <a:spcPts val="0"/>
              </a:spcAft>
              <a:buSzPts val="1300"/>
              <a:buChar char="●"/>
            </a:pPr>
            <a:r>
              <a:rPr b="1" lang="en" sz="1300">
                <a:latin typeface="Poppins"/>
                <a:ea typeface="Poppins"/>
                <a:cs typeface="Poppins"/>
                <a:sym typeface="Poppins"/>
              </a:rPr>
              <a:t>n_estimators: </a:t>
            </a:r>
            <a:r>
              <a:rPr lang="en" sz="1300">
                <a:latin typeface="Poppins"/>
                <a:ea typeface="Poppins"/>
                <a:cs typeface="Poppins"/>
                <a:sym typeface="Poppins"/>
              </a:rPr>
              <a:t>Chose 100 trees from MSE</a:t>
            </a:r>
            <a:endParaRPr sz="1300">
              <a:latin typeface="Poppins"/>
              <a:ea typeface="Poppins"/>
              <a:cs typeface="Poppins"/>
              <a:sym typeface="Poppins"/>
            </a:endParaRPr>
          </a:p>
          <a:p>
            <a:pPr indent="-311150" lvl="0" marL="457200" rtl="0" algn="l">
              <a:lnSpc>
                <a:spcPct val="115000"/>
              </a:lnSpc>
              <a:spcBef>
                <a:spcPts val="0"/>
              </a:spcBef>
              <a:spcAft>
                <a:spcPts val="0"/>
              </a:spcAft>
              <a:buSzPts val="1300"/>
              <a:buChar char="●"/>
            </a:pPr>
            <a:r>
              <a:rPr b="1" lang="en" sz="1300">
                <a:latin typeface="Poppins"/>
                <a:ea typeface="Poppins"/>
                <a:cs typeface="Poppins"/>
                <a:sym typeface="Poppins"/>
              </a:rPr>
              <a:t>max_depth:</a:t>
            </a:r>
            <a:r>
              <a:rPr lang="en" sz="1300">
                <a:latin typeface="Poppins"/>
                <a:ea typeface="Poppins"/>
                <a:cs typeface="Poppins"/>
                <a:sym typeface="Poppins"/>
              </a:rPr>
              <a:t> Chose 15 for being least overfit &amp; energy efficient</a:t>
            </a:r>
            <a:endParaRPr sz="1600"/>
          </a:p>
        </p:txBody>
      </p:sp>
      <p:pic>
        <p:nvPicPr>
          <p:cNvPr id="443" name="Google Shape;443;p43"/>
          <p:cNvPicPr preferRelativeResize="0"/>
          <p:nvPr/>
        </p:nvPicPr>
        <p:blipFill>
          <a:blip r:embed="rId3">
            <a:alphaModFix/>
          </a:blip>
          <a:stretch>
            <a:fillRect/>
          </a:stretch>
        </p:blipFill>
        <p:spPr>
          <a:xfrm>
            <a:off x="3915850" y="1211175"/>
            <a:ext cx="5029725" cy="3437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4"/>
          <p:cNvSpPr txBox="1"/>
          <p:nvPr/>
        </p:nvSpPr>
        <p:spPr>
          <a:xfrm>
            <a:off x="662625" y="1144650"/>
            <a:ext cx="7352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Poppins"/>
                <a:ea typeface="Poppins"/>
                <a:cs typeface="Poppins"/>
                <a:sym typeface="Poppins"/>
              </a:rPr>
              <a:t>Why Calibration Curve &amp; Error? (Inference Problem)</a:t>
            </a:r>
            <a:endParaRPr sz="1200"/>
          </a:p>
        </p:txBody>
      </p:sp>
      <p:sp>
        <p:nvSpPr>
          <p:cNvPr id="449" name="Google Shape;449;p44"/>
          <p:cNvSpPr txBox="1"/>
          <p:nvPr>
            <p:ph type="title"/>
          </p:nvPr>
        </p:nvSpPr>
        <p:spPr>
          <a:xfrm>
            <a:off x="662625" y="4428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a:t>
            </a:r>
            <a:endParaRPr/>
          </a:p>
        </p:txBody>
      </p:sp>
      <p:sp>
        <p:nvSpPr>
          <p:cNvPr id="450" name="Google Shape;450;p44"/>
          <p:cNvSpPr txBox="1"/>
          <p:nvPr/>
        </p:nvSpPr>
        <p:spPr>
          <a:xfrm>
            <a:off x="662625" y="1575750"/>
            <a:ext cx="7422000" cy="26475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Poppins"/>
              <a:buChar char="●"/>
            </a:pPr>
            <a:r>
              <a:rPr lang="en" sz="1600">
                <a:solidFill>
                  <a:schemeClr val="dk1"/>
                </a:solidFill>
                <a:latin typeface="Poppins"/>
                <a:ea typeface="Poppins"/>
                <a:cs typeface="Poppins"/>
                <a:sym typeface="Poppins"/>
              </a:rPr>
              <a:t>Inference requires precise predicted values, not ordering</a:t>
            </a:r>
            <a:endParaRPr sz="1600">
              <a:solidFill>
                <a:schemeClr val="dk1"/>
              </a:solidFill>
              <a:latin typeface="Poppins"/>
              <a:ea typeface="Poppins"/>
              <a:cs typeface="Poppins"/>
              <a:sym typeface="Poppins"/>
            </a:endParaRPr>
          </a:p>
          <a:p>
            <a:pPr indent="0" lvl="0" marL="457200" rtl="0" algn="l">
              <a:spcBef>
                <a:spcPts val="0"/>
              </a:spcBef>
              <a:spcAft>
                <a:spcPts val="0"/>
              </a:spcAft>
              <a:buNone/>
            </a:pPr>
            <a:r>
              <a:t/>
            </a:r>
            <a:endParaRPr sz="1600">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lang="en" sz="1600">
                <a:solidFill>
                  <a:schemeClr val="dk1"/>
                </a:solidFill>
                <a:latin typeface="Poppins"/>
                <a:ea typeface="Poppins"/>
                <a:cs typeface="Poppins"/>
                <a:sym typeface="Poppins"/>
              </a:rPr>
              <a:t>Shows how close predictions are to the </a:t>
            </a:r>
            <a:r>
              <a:rPr lang="en" sz="1600">
                <a:solidFill>
                  <a:schemeClr val="dk1"/>
                </a:solidFill>
                <a:latin typeface="Poppins"/>
                <a:ea typeface="Poppins"/>
                <a:cs typeface="Poppins"/>
                <a:sym typeface="Poppins"/>
              </a:rPr>
              <a:t>true values</a:t>
            </a:r>
            <a:r>
              <a:rPr lang="en" sz="1600">
                <a:solidFill>
                  <a:schemeClr val="dk1"/>
                </a:solidFill>
                <a:latin typeface="Poppins"/>
                <a:ea typeface="Poppins"/>
                <a:cs typeface="Poppins"/>
                <a:sym typeface="Poppins"/>
              </a:rPr>
              <a:t> by comparing them to 45° perfect calibration line </a:t>
            </a:r>
            <a:endParaRPr sz="1600">
              <a:solidFill>
                <a:schemeClr val="dk1"/>
              </a:solidFill>
              <a:latin typeface="Poppins"/>
              <a:ea typeface="Poppins"/>
              <a:cs typeface="Poppins"/>
              <a:sym typeface="Poppins"/>
            </a:endParaRPr>
          </a:p>
          <a:p>
            <a:pPr indent="0" lvl="0" marL="457200" rtl="0" algn="l">
              <a:spcBef>
                <a:spcPts val="0"/>
              </a:spcBef>
              <a:spcAft>
                <a:spcPts val="0"/>
              </a:spcAft>
              <a:buNone/>
            </a:pPr>
            <a:r>
              <a:t/>
            </a:r>
            <a:endParaRPr sz="1600">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lang="en" sz="1600">
                <a:solidFill>
                  <a:schemeClr val="dk1"/>
                </a:solidFill>
                <a:latin typeface="Poppins"/>
                <a:ea typeface="Poppins"/>
                <a:cs typeface="Poppins"/>
                <a:sym typeface="Poppins"/>
              </a:rPr>
              <a:t>Shows average distance from the </a:t>
            </a:r>
            <a:r>
              <a:rPr lang="en" sz="1600">
                <a:solidFill>
                  <a:schemeClr val="dk1"/>
                </a:solidFill>
                <a:latin typeface="Poppins"/>
                <a:ea typeface="Poppins"/>
                <a:cs typeface="Poppins"/>
                <a:sym typeface="Poppins"/>
              </a:rPr>
              <a:t>diagonal</a:t>
            </a:r>
            <a:r>
              <a:rPr lang="en" sz="1600">
                <a:solidFill>
                  <a:schemeClr val="dk1"/>
                </a:solidFill>
                <a:latin typeface="Poppins"/>
                <a:ea typeface="Poppins"/>
                <a:cs typeface="Poppins"/>
                <a:sym typeface="Poppins"/>
              </a:rPr>
              <a:t>, giving a single </a:t>
            </a:r>
            <a:r>
              <a:rPr lang="en" sz="1600">
                <a:solidFill>
                  <a:schemeClr val="dk1"/>
                </a:solidFill>
                <a:latin typeface="Poppins"/>
                <a:ea typeface="Poppins"/>
                <a:cs typeface="Poppins"/>
                <a:sym typeface="Poppins"/>
              </a:rPr>
              <a:t>interpretable</a:t>
            </a:r>
            <a:r>
              <a:rPr lang="en" sz="1600">
                <a:solidFill>
                  <a:schemeClr val="dk1"/>
                </a:solidFill>
                <a:latin typeface="Poppins"/>
                <a:ea typeface="Poppins"/>
                <a:cs typeface="Poppins"/>
                <a:sym typeface="Poppins"/>
              </a:rPr>
              <a:t> number </a:t>
            </a:r>
            <a:endParaRPr sz="1600">
              <a:solidFill>
                <a:schemeClr val="dk1"/>
              </a:solidFill>
              <a:latin typeface="Poppins"/>
              <a:ea typeface="Poppins"/>
              <a:cs typeface="Poppins"/>
              <a:sym typeface="Poppins"/>
            </a:endParaRPr>
          </a:p>
          <a:p>
            <a:pPr indent="0" lvl="0" marL="457200" rtl="0" algn="l">
              <a:spcBef>
                <a:spcPts val="0"/>
              </a:spcBef>
              <a:spcAft>
                <a:spcPts val="0"/>
              </a:spcAft>
              <a:buNone/>
            </a:pPr>
            <a:r>
              <a:t/>
            </a:r>
            <a:endParaRPr sz="1600">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lang="en" sz="1600">
                <a:solidFill>
                  <a:schemeClr val="dk1"/>
                </a:solidFill>
                <a:latin typeface="Poppins"/>
                <a:ea typeface="Poppins"/>
                <a:cs typeface="Poppins"/>
                <a:sym typeface="Poppins"/>
              </a:rPr>
              <a:t>AUC </a:t>
            </a:r>
            <a:r>
              <a:rPr lang="en" sz="1600">
                <a:solidFill>
                  <a:schemeClr val="dk1"/>
                </a:solidFill>
                <a:latin typeface="Poppins"/>
                <a:ea typeface="Poppins"/>
                <a:cs typeface="Poppins"/>
                <a:sym typeface="Poppins"/>
              </a:rPr>
              <a:t>evaluated</a:t>
            </a:r>
            <a:r>
              <a:rPr lang="en" sz="1600">
                <a:solidFill>
                  <a:schemeClr val="dk1"/>
                </a:solidFill>
                <a:latin typeface="Poppins"/>
                <a:ea typeface="Poppins"/>
                <a:cs typeface="Poppins"/>
                <a:sym typeface="Poppins"/>
              </a:rPr>
              <a:t> ranking, tells nothing about actual predicted values</a:t>
            </a:r>
            <a:endParaRPr sz="1600">
              <a:solidFill>
                <a:schemeClr val="dk1"/>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5"/>
          <p:cNvSpPr txBox="1"/>
          <p:nvPr>
            <p:ph type="title"/>
          </p:nvPr>
        </p:nvSpPr>
        <p:spPr>
          <a:xfrm>
            <a:off x="662625" y="4428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a:t>
            </a:r>
            <a:endParaRPr/>
          </a:p>
        </p:txBody>
      </p:sp>
      <p:pic>
        <p:nvPicPr>
          <p:cNvPr id="456" name="Google Shape;456;p45"/>
          <p:cNvPicPr preferRelativeResize="0"/>
          <p:nvPr/>
        </p:nvPicPr>
        <p:blipFill>
          <a:blip r:embed="rId3">
            <a:alphaModFix/>
          </a:blip>
          <a:stretch>
            <a:fillRect/>
          </a:stretch>
        </p:blipFill>
        <p:spPr>
          <a:xfrm>
            <a:off x="166000" y="1015576"/>
            <a:ext cx="4216524" cy="3766508"/>
          </a:xfrm>
          <a:prstGeom prst="rect">
            <a:avLst/>
          </a:prstGeom>
          <a:noFill/>
          <a:ln>
            <a:noFill/>
          </a:ln>
        </p:spPr>
      </p:pic>
      <p:pic>
        <p:nvPicPr>
          <p:cNvPr id="457" name="Google Shape;457;p45"/>
          <p:cNvPicPr preferRelativeResize="0"/>
          <p:nvPr/>
        </p:nvPicPr>
        <p:blipFill>
          <a:blip r:embed="rId4">
            <a:alphaModFix/>
          </a:blip>
          <a:stretch>
            <a:fillRect/>
          </a:stretch>
        </p:blipFill>
        <p:spPr>
          <a:xfrm>
            <a:off x="4716775" y="949425"/>
            <a:ext cx="4216525" cy="3760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6"/>
          <p:cNvSpPr txBox="1"/>
          <p:nvPr/>
        </p:nvSpPr>
        <p:spPr>
          <a:xfrm>
            <a:off x="662625" y="1144650"/>
            <a:ext cx="4926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Poppins"/>
                <a:ea typeface="Poppins"/>
                <a:cs typeface="Poppins"/>
                <a:sym typeface="Poppins"/>
              </a:rPr>
              <a:t>Why Calibration Curve &amp; Error? (inference problem)</a:t>
            </a:r>
            <a:endParaRPr sz="1200"/>
          </a:p>
        </p:txBody>
      </p:sp>
      <p:sp>
        <p:nvSpPr>
          <p:cNvPr id="463" name="Google Shape;463;p46"/>
          <p:cNvSpPr txBox="1"/>
          <p:nvPr>
            <p:ph type="title"/>
          </p:nvPr>
        </p:nvSpPr>
        <p:spPr>
          <a:xfrm>
            <a:off x="662625" y="4428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a:t>
            </a:r>
            <a:endParaRPr/>
          </a:p>
        </p:txBody>
      </p:sp>
      <p:sp>
        <p:nvSpPr>
          <p:cNvPr id="464" name="Google Shape;464;p46"/>
          <p:cNvSpPr txBox="1"/>
          <p:nvPr/>
        </p:nvSpPr>
        <p:spPr>
          <a:xfrm>
            <a:off x="662625" y="1828725"/>
            <a:ext cx="4747200" cy="2382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Inference requires precise predicted values, not ordering</a:t>
            </a:r>
            <a:endParaRPr>
              <a:solidFill>
                <a:schemeClr val="dk1"/>
              </a:solidFill>
              <a:latin typeface="Poppins"/>
              <a:ea typeface="Poppins"/>
              <a:cs typeface="Poppins"/>
              <a:sym typeface="Poppins"/>
            </a:endParaRPr>
          </a:p>
          <a:p>
            <a:pPr indent="-304800" lvl="0" marL="457200" rtl="0" algn="l">
              <a:lnSpc>
                <a:spcPct val="115000"/>
              </a:lnSpc>
              <a:spcBef>
                <a:spcPts val="0"/>
              </a:spcBef>
              <a:spcAft>
                <a:spcPts val="0"/>
              </a:spcAft>
              <a:buClr>
                <a:schemeClr val="dk1"/>
              </a:buClr>
              <a:buSzPts val="1200"/>
              <a:buFont typeface="Poppins"/>
              <a:buChar char="●"/>
            </a:pPr>
            <a:r>
              <a:rPr lang="en">
                <a:solidFill>
                  <a:schemeClr val="dk1"/>
                </a:solidFill>
                <a:latin typeface="Poppins"/>
                <a:ea typeface="Poppins"/>
                <a:cs typeface="Poppins"/>
                <a:sym typeface="Poppins"/>
              </a:rPr>
              <a:t>Shows how close predictions are to the true values by comparing them to 45° perfect calibration line </a:t>
            </a:r>
            <a:endParaRPr>
              <a:solidFill>
                <a:schemeClr val="dk1"/>
              </a:solidFill>
              <a:latin typeface="Poppins"/>
              <a:ea typeface="Poppins"/>
              <a:cs typeface="Poppins"/>
              <a:sym typeface="Poppins"/>
            </a:endParaRPr>
          </a:p>
          <a:p>
            <a:pPr indent="-304800" lvl="0" marL="457200" rtl="0" algn="l">
              <a:lnSpc>
                <a:spcPct val="115000"/>
              </a:lnSpc>
              <a:spcBef>
                <a:spcPts val="0"/>
              </a:spcBef>
              <a:spcAft>
                <a:spcPts val="0"/>
              </a:spcAft>
              <a:buClr>
                <a:schemeClr val="dk1"/>
              </a:buClr>
              <a:buSzPts val="1200"/>
              <a:buFont typeface="Poppins"/>
              <a:buChar char="●"/>
            </a:pPr>
            <a:r>
              <a:rPr lang="en">
                <a:solidFill>
                  <a:schemeClr val="dk1"/>
                </a:solidFill>
                <a:latin typeface="Poppins"/>
                <a:ea typeface="Poppins"/>
                <a:cs typeface="Poppins"/>
                <a:sym typeface="Poppins"/>
              </a:rPr>
              <a:t>Shows average distance from the diagonal, giving a single interpretable number </a:t>
            </a:r>
            <a:endParaRPr>
              <a:solidFill>
                <a:schemeClr val="dk1"/>
              </a:solidFill>
              <a:latin typeface="Poppins"/>
              <a:ea typeface="Poppins"/>
              <a:cs typeface="Poppins"/>
              <a:sym typeface="Poppins"/>
            </a:endParaRPr>
          </a:p>
          <a:p>
            <a:pPr indent="-304800" lvl="0" marL="457200" rtl="0" algn="l">
              <a:lnSpc>
                <a:spcPct val="115000"/>
              </a:lnSpc>
              <a:spcBef>
                <a:spcPts val="0"/>
              </a:spcBef>
              <a:spcAft>
                <a:spcPts val="0"/>
              </a:spcAft>
              <a:buClr>
                <a:schemeClr val="dk1"/>
              </a:buClr>
              <a:buSzPts val="1200"/>
              <a:buFont typeface="Poppins"/>
              <a:buChar char="●"/>
            </a:pPr>
            <a:r>
              <a:rPr lang="en">
                <a:solidFill>
                  <a:schemeClr val="dk1"/>
                </a:solidFill>
                <a:latin typeface="Poppins"/>
                <a:ea typeface="Poppins"/>
                <a:cs typeface="Poppins"/>
                <a:sym typeface="Poppins"/>
              </a:rPr>
              <a:t>AUC evaluated ranking, tells nothing about actual predicted values</a:t>
            </a:r>
            <a:endParaRPr>
              <a:solidFill>
                <a:schemeClr val="dk1"/>
              </a:solidFill>
              <a:latin typeface="Poppins"/>
              <a:ea typeface="Poppins"/>
              <a:cs typeface="Poppins"/>
              <a:sym typeface="Poppins"/>
            </a:endParaRPr>
          </a:p>
        </p:txBody>
      </p:sp>
      <p:sp>
        <p:nvSpPr>
          <p:cNvPr id="465" name="Google Shape;465;p46"/>
          <p:cNvSpPr txBox="1"/>
          <p:nvPr/>
        </p:nvSpPr>
        <p:spPr>
          <a:xfrm>
            <a:off x="5687000" y="1144638"/>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Poppins"/>
                <a:ea typeface="Poppins"/>
                <a:cs typeface="Poppins"/>
                <a:sym typeface="Poppins"/>
              </a:rPr>
              <a:t>Interpretation </a:t>
            </a:r>
            <a:endParaRPr/>
          </a:p>
        </p:txBody>
      </p:sp>
      <p:sp>
        <p:nvSpPr>
          <p:cNvPr id="466" name="Google Shape;466;p46"/>
          <p:cNvSpPr txBox="1"/>
          <p:nvPr/>
        </p:nvSpPr>
        <p:spPr>
          <a:xfrm>
            <a:off x="5687000" y="1821750"/>
            <a:ext cx="3103500" cy="2630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Calibration Error</a:t>
            </a:r>
            <a:endParaRPr>
              <a:solidFill>
                <a:schemeClr val="dk1"/>
              </a:solidFill>
              <a:latin typeface="Poppins"/>
              <a:ea typeface="Poppins"/>
              <a:cs typeface="Poppins"/>
              <a:sym typeface="Poppins"/>
            </a:endParaRPr>
          </a:p>
          <a:p>
            <a:pPr indent="-317500" lvl="1" marL="914400" rtl="0" algn="l">
              <a:lnSpc>
                <a:spcPct val="115000"/>
              </a:lnSpc>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Random Forest: 0.188</a:t>
            </a:r>
            <a:endParaRPr>
              <a:solidFill>
                <a:schemeClr val="dk1"/>
              </a:solidFill>
              <a:latin typeface="Poppins"/>
              <a:ea typeface="Poppins"/>
              <a:cs typeface="Poppins"/>
              <a:sym typeface="Poppins"/>
            </a:endParaRPr>
          </a:p>
          <a:p>
            <a:pPr indent="-317500" lvl="1" marL="914400" rtl="0" algn="l">
              <a:lnSpc>
                <a:spcPct val="115000"/>
              </a:lnSpc>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Beta Regression: 0.266</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Char char="●"/>
            </a:pPr>
            <a:r>
              <a:rPr lang="en">
                <a:latin typeface="Poppins"/>
                <a:ea typeface="Poppins"/>
                <a:cs typeface="Poppins"/>
                <a:sym typeface="Poppins"/>
              </a:rPr>
              <a:t>Both models remain well calibrated across unseen counties.</a:t>
            </a:r>
            <a:endParaRPr>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Char char="●"/>
            </a:pPr>
            <a:r>
              <a:rPr lang="en">
                <a:latin typeface="Poppins"/>
                <a:ea typeface="Poppins"/>
                <a:cs typeface="Poppins"/>
                <a:sym typeface="Poppins"/>
              </a:rPr>
              <a:t>Random forest is slightly more calibrated than beta regression </a:t>
            </a:r>
            <a:endParaRPr>
              <a:latin typeface="Poppins"/>
              <a:ea typeface="Poppins"/>
              <a:cs typeface="Poppins"/>
              <a:sym typeface="Poppins"/>
            </a:endParaRPr>
          </a:p>
          <a:p>
            <a:pPr indent="0" lvl="0" marL="457200" rtl="0" algn="l">
              <a:lnSpc>
                <a:spcPct val="115000"/>
              </a:lnSpc>
              <a:spcBef>
                <a:spcPts val="0"/>
              </a:spcBef>
              <a:spcAft>
                <a:spcPts val="0"/>
              </a:spcAft>
              <a:buNone/>
            </a:pPr>
            <a:r>
              <a:t/>
            </a:r>
            <a:endParaRPr>
              <a:solidFill>
                <a:schemeClr val="dk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7"/>
          <p:cNvSpPr txBox="1"/>
          <p:nvPr>
            <p:ph type="title"/>
          </p:nvPr>
        </p:nvSpPr>
        <p:spPr>
          <a:xfrm>
            <a:off x="713225" y="695750"/>
            <a:ext cx="8110500" cy="66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Model P</a:t>
            </a:r>
            <a:r>
              <a:rPr lang="en"/>
              <a:t>erformance</a:t>
            </a:r>
            <a:r>
              <a:rPr lang="en"/>
              <a:t> and Energy Usage</a:t>
            </a:r>
            <a:endParaRPr/>
          </a:p>
        </p:txBody>
      </p:sp>
      <p:graphicFrame>
        <p:nvGraphicFramePr>
          <p:cNvPr id="472" name="Google Shape;472;p47"/>
          <p:cNvGraphicFramePr/>
          <p:nvPr/>
        </p:nvGraphicFramePr>
        <p:xfrm>
          <a:off x="4838500" y="1516314"/>
          <a:ext cx="3000000" cy="3000000"/>
        </p:xfrm>
        <a:graphic>
          <a:graphicData uri="http://schemas.openxmlformats.org/drawingml/2006/table">
            <a:tbl>
              <a:tblPr>
                <a:noFill/>
                <a:tableStyleId>{B81BC08F-98AE-4927-8B76-9A9CDD7F654B}</a:tableStyleId>
              </a:tblPr>
              <a:tblGrid>
                <a:gridCol w="1259500"/>
                <a:gridCol w="1064350"/>
                <a:gridCol w="1263800"/>
              </a:tblGrid>
              <a:tr h="313600">
                <a:tc>
                  <a:txBody>
                    <a:bodyPr/>
                    <a:lstStyle/>
                    <a:p>
                      <a:pPr indent="0" lvl="0" marL="0" rtl="0" algn="l">
                        <a:spcBef>
                          <a:spcPts val="0"/>
                        </a:spcBef>
                        <a:spcAft>
                          <a:spcPts val="0"/>
                        </a:spcAft>
                        <a:buNone/>
                      </a:pPr>
                      <a:r>
                        <a:t/>
                      </a:r>
                      <a:endParaRPr b="1" sz="1200">
                        <a:solidFill>
                          <a:schemeClr val="lt1"/>
                        </a:solidFill>
                        <a:latin typeface="Poppins"/>
                        <a:ea typeface="Poppins"/>
                        <a:cs typeface="Poppins"/>
                        <a:sym typeface="Poppins"/>
                      </a:endParaRPr>
                    </a:p>
                  </a:txBody>
                  <a:tcPr marT="45700" marB="45700"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sz="1200">
                          <a:solidFill>
                            <a:schemeClr val="lt1"/>
                          </a:solidFill>
                          <a:latin typeface="Poppins"/>
                          <a:ea typeface="Poppins"/>
                          <a:cs typeface="Poppins"/>
                          <a:sym typeface="Poppins"/>
                        </a:rPr>
                        <a:t>Beta</a:t>
                      </a:r>
                      <a:r>
                        <a:rPr b="1" lang="en" sz="1200">
                          <a:solidFill>
                            <a:schemeClr val="lt1"/>
                          </a:solidFill>
                          <a:latin typeface="Poppins"/>
                          <a:ea typeface="Poppins"/>
                          <a:cs typeface="Poppins"/>
                          <a:sym typeface="Poppins"/>
                        </a:rPr>
                        <a:t> Regression</a:t>
                      </a:r>
                      <a:endParaRPr b="1" sz="1200">
                        <a:solidFill>
                          <a:schemeClr val="lt1"/>
                        </a:solidFill>
                        <a:latin typeface="Poppins"/>
                        <a:ea typeface="Poppins"/>
                        <a:cs typeface="Poppins"/>
                        <a:sym typeface="Poppins"/>
                      </a:endParaRPr>
                    </a:p>
                  </a:txBody>
                  <a:tcPr marT="45700" marB="45700"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sz="1200">
                          <a:solidFill>
                            <a:schemeClr val="lt1"/>
                          </a:solidFill>
                          <a:latin typeface="Poppins"/>
                          <a:ea typeface="Poppins"/>
                          <a:cs typeface="Poppins"/>
                          <a:sym typeface="Poppins"/>
                        </a:rPr>
                        <a:t>Random Forest</a:t>
                      </a:r>
                      <a:endParaRPr b="1" sz="1200">
                        <a:solidFill>
                          <a:schemeClr val="lt1"/>
                        </a:solidFill>
                        <a:latin typeface="Poppins"/>
                        <a:ea typeface="Poppins"/>
                        <a:cs typeface="Poppins"/>
                        <a:sym typeface="Poppins"/>
                      </a:endParaRPr>
                    </a:p>
                  </a:txBody>
                  <a:tcPr marT="45700" marB="45700"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dk2"/>
                    </a:solidFill>
                  </a:tcPr>
                </a:tc>
              </a:tr>
              <a:tr h="514900">
                <a:tc>
                  <a:txBody>
                    <a:bodyPr/>
                    <a:lstStyle/>
                    <a:p>
                      <a:pPr indent="0" lvl="0" marL="0" rtl="0" algn="l">
                        <a:spcBef>
                          <a:spcPts val="0"/>
                        </a:spcBef>
                        <a:spcAft>
                          <a:spcPts val="0"/>
                        </a:spcAft>
                        <a:buNone/>
                      </a:pPr>
                      <a:r>
                        <a:rPr b="1" lang="en" sz="1200">
                          <a:solidFill>
                            <a:schemeClr val="dk1"/>
                          </a:solidFill>
                          <a:latin typeface="Poppins"/>
                          <a:ea typeface="Poppins"/>
                          <a:cs typeface="Poppins"/>
                          <a:sym typeface="Poppins"/>
                        </a:rPr>
                        <a:t>Train: </a:t>
                      </a:r>
                      <a:r>
                        <a:rPr b="1" lang="en" sz="1200">
                          <a:solidFill>
                            <a:schemeClr val="dk1"/>
                          </a:solidFill>
                          <a:latin typeface="Poppins"/>
                          <a:ea typeface="Poppins"/>
                          <a:cs typeface="Poppins"/>
                          <a:sym typeface="Poppins"/>
                        </a:rPr>
                        <a:t>Energy (kWh)</a:t>
                      </a:r>
                      <a:endParaRPr b="1"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0.00</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1.0 x 10^-5</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r>
              <a:tr h="514900">
                <a:tc>
                  <a:txBody>
                    <a:bodyPr/>
                    <a:lstStyle/>
                    <a:p>
                      <a:pPr indent="0" lvl="0" marL="0" rtl="0" algn="l">
                        <a:spcBef>
                          <a:spcPts val="0"/>
                        </a:spcBef>
                        <a:spcAft>
                          <a:spcPts val="0"/>
                        </a:spcAft>
                        <a:buNone/>
                      </a:pPr>
                      <a:r>
                        <a:rPr b="1" lang="en" sz="1200">
                          <a:solidFill>
                            <a:schemeClr val="dk1"/>
                          </a:solidFill>
                          <a:latin typeface="Poppins"/>
                          <a:ea typeface="Poppins"/>
                          <a:cs typeface="Poppins"/>
                          <a:sym typeface="Poppins"/>
                        </a:rPr>
                        <a:t>Train: </a:t>
                      </a:r>
                      <a:r>
                        <a:rPr b="1" lang="en" sz="1200">
                          <a:solidFill>
                            <a:schemeClr val="dk1"/>
                          </a:solidFill>
                          <a:latin typeface="Poppins"/>
                          <a:ea typeface="Poppins"/>
                          <a:cs typeface="Poppins"/>
                          <a:sym typeface="Poppins"/>
                        </a:rPr>
                        <a:t>CO2 (kg CO2eq)</a:t>
                      </a:r>
                      <a:endParaRPr b="1"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0.00</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4</a:t>
                      </a:r>
                      <a:r>
                        <a:rPr lang="en" sz="1200">
                          <a:solidFill>
                            <a:schemeClr val="dk1"/>
                          </a:solidFill>
                          <a:latin typeface="Poppins"/>
                          <a:ea typeface="Poppins"/>
                          <a:cs typeface="Poppins"/>
                          <a:sym typeface="Poppins"/>
                        </a:rPr>
                        <a:t>.0 x 10^-6</a:t>
                      </a:r>
                      <a:r>
                        <a:rPr lang="en" sz="1200">
                          <a:solidFill>
                            <a:schemeClr val="dk1"/>
                          </a:solidFill>
                          <a:latin typeface="Poppins"/>
                          <a:ea typeface="Poppins"/>
                          <a:cs typeface="Poppins"/>
                          <a:sym typeface="Poppins"/>
                        </a:rPr>
                        <a:t> </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r>
              <a:tr h="514900">
                <a:tc>
                  <a:txBody>
                    <a:bodyPr/>
                    <a:lstStyle/>
                    <a:p>
                      <a:pPr indent="0" lvl="0" marL="0" rtl="0" algn="l">
                        <a:spcBef>
                          <a:spcPts val="0"/>
                        </a:spcBef>
                        <a:spcAft>
                          <a:spcPts val="0"/>
                        </a:spcAft>
                        <a:buNone/>
                      </a:pPr>
                      <a:r>
                        <a:rPr b="1" lang="en" sz="1200">
                          <a:solidFill>
                            <a:schemeClr val="dk1"/>
                          </a:solidFill>
                          <a:latin typeface="Poppins"/>
                          <a:ea typeface="Poppins"/>
                          <a:cs typeface="Poppins"/>
                          <a:sym typeface="Poppins"/>
                        </a:rPr>
                        <a:t>Test</a:t>
                      </a:r>
                      <a:r>
                        <a:rPr b="1" lang="en" sz="1200">
                          <a:solidFill>
                            <a:schemeClr val="dk1"/>
                          </a:solidFill>
                          <a:latin typeface="Poppins"/>
                          <a:ea typeface="Poppins"/>
                          <a:cs typeface="Poppins"/>
                          <a:sym typeface="Poppins"/>
                        </a:rPr>
                        <a:t>: Energy (kWh)</a:t>
                      </a:r>
                      <a:endParaRPr b="1"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0.00</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0.00</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r>
              <a:tr h="514900">
                <a:tc>
                  <a:txBody>
                    <a:bodyPr/>
                    <a:lstStyle/>
                    <a:p>
                      <a:pPr indent="0" lvl="0" marL="0" rtl="0" algn="l">
                        <a:spcBef>
                          <a:spcPts val="0"/>
                        </a:spcBef>
                        <a:spcAft>
                          <a:spcPts val="0"/>
                        </a:spcAft>
                        <a:buNone/>
                      </a:pPr>
                      <a:r>
                        <a:rPr b="1" lang="en" sz="1200">
                          <a:solidFill>
                            <a:schemeClr val="dk1"/>
                          </a:solidFill>
                          <a:latin typeface="Poppins"/>
                          <a:ea typeface="Poppins"/>
                          <a:cs typeface="Poppins"/>
                          <a:sym typeface="Poppins"/>
                        </a:rPr>
                        <a:t>Test: CO2 </a:t>
                      </a:r>
                      <a:endParaRPr b="1" sz="1200">
                        <a:solidFill>
                          <a:schemeClr val="dk1"/>
                        </a:solidFill>
                        <a:latin typeface="Poppins"/>
                        <a:ea typeface="Poppins"/>
                        <a:cs typeface="Poppins"/>
                        <a:sym typeface="Poppins"/>
                      </a:endParaRPr>
                    </a:p>
                    <a:p>
                      <a:pPr indent="0" lvl="0" marL="0" rtl="0" algn="l">
                        <a:spcBef>
                          <a:spcPts val="0"/>
                        </a:spcBef>
                        <a:spcAft>
                          <a:spcPts val="0"/>
                        </a:spcAft>
                        <a:buNone/>
                      </a:pPr>
                      <a:r>
                        <a:rPr b="1" lang="en" sz="1200">
                          <a:solidFill>
                            <a:schemeClr val="dk1"/>
                          </a:solidFill>
                          <a:latin typeface="Poppins"/>
                          <a:ea typeface="Poppins"/>
                          <a:cs typeface="Poppins"/>
                          <a:sym typeface="Poppins"/>
                        </a:rPr>
                        <a:t>(kg CO2eq)</a:t>
                      </a:r>
                      <a:endParaRPr b="1"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200">
                          <a:latin typeface="Poppins"/>
                          <a:ea typeface="Poppins"/>
                          <a:cs typeface="Poppins"/>
                          <a:sym typeface="Poppins"/>
                        </a:rPr>
                        <a:t>0.00</a:t>
                      </a:r>
                      <a:endParaRPr sz="1200">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200">
                          <a:latin typeface="Poppins"/>
                          <a:ea typeface="Poppins"/>
                          <a:cs typeface="Poppins"/>
                          <a:sym typeface="Poppins"/>
                        </a:rPr>
                        <a:t>0.00</a:t>
                      </a:r>
                      <a:endParaRPr sz="1200">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r>
              <a:tr h="331000">
                <a:tc>
                  <a:txBody>
                    <a:bodyPr/>
                    <a:lstStyle/>
                    <a:p>
                      <a:pPr indent="0" lvl="0" marL="0" rtl="0" algn="l">
                        <a:spcBef>
                          <a:spcPts val="0"/>
                        </a:spcBef>
                        <a:spcAft>
                          <a:spcPts val="0"/>
                        </a:spcAft>
                        <a:buNone/>
                      </a:pPr>
                      <a:r>
                        <a:rPr b="1" lang="en" sz="1200">
                          <a:solidFill>
                            <a:schemeClr val="dk1"/>
                          </a:solidFill>
                          <a:latin typeface="Poppins"/>
                          <a:ea typeface="Poppins"/>
                          <a:cs typeface="Poppins"/>
                          <a:sym typeface="Poppins"/>
                        </a:rPr>
                        <a:t>Calibration Error</a:t>
                      </a:r>
                      <a:endParaRPr b="1"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0.266</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0.188</a:t>
                      </a:r>
                      <a:endParaRPr sz="1200">
                        <a:solidFill>
                          <a:schemeClr val="dk1"/>
                        </a:solidFill>
                        <a:latin typeface="Poppins"/>
                        <a:ea typeface="Poppins"/>
                        <a:cs typeface="Poppins"/>
                        <a:sym typeface="Poppins"/>
                      </a:endParaRPr>
                    </a:p>
                  </a:txBody>
                  <a:tcPr marT="91425" marB="9142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alpha val="0"/>
                        </a:schemeClr>
                      </a:solidFill>
                      <a:prstDash val="solid"/>
                      <a:round/>
                      <a:headEnd len="sm" w="sm" type="none"/>
                      <a:tailEnd len="sm" w="sm" type="none"/>
                    </a:lnB>
                    <a:solidFill>
                      <a:schemeClr val="lt2"/>
                    </a:solidFill>
                  </a:tcPr>
                </a:tc>
              </a:tr>
            </a:tbl>
          </a:graphicData>
        </a:graphic>
      </p:graphicFrame>
      <p:sp>
        <p:nvSpPr>
          <p:cNvPr id="473" name="Google Shape;473;p47"/>
          <p:cNvSpPr txBox="1"/>
          <p:nvPr/>
        </p:nvSpPr>
        <p:spPr>
          <a:xfrm>
            <a:off x="713225" y="1516325"/>
            <a:ext cx="3587700" cy="31617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Both models consume extremely little energy </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Random forest’s energy is higher than GLM’s</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At large scales, these are noticeably higher carbon emissions </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GLM-probit is more sustainable choice</a:t>
            </a:r>
            <a:endParaRPr b="1" sz="1000">
              <a:solidFill>
                <a:schemeClr val="dk1"/>
              </a:solidFill>
            </a:endParaRPr>
          </a:p>
          <a:p>
            <a:pPr indent="-330200" lvl="0" marL="457200" rtl="0" algn="l">
              <a:lnSpc>
                <a:spcPct val="115000"/>
              </a:lnSpc>
              <a:spcBef>
                <a:spcPts val="0"/>
              </a:spcBef>
              <a:spcAft>
                <a:spcPts val="0"/>
              </a:spcAft>
              <a:buClr>
                <a:schemeClr val="dk1"/>
              </a:buClr>
              <a:buSzPts val="1600"/>
              <a:buFont typeface="Arial"/>
              <a:buChar char="●"/>
            </a:pPr>
            <a:r>
              <a:rPr lang="en">
                <a:solidFill>
                  <a:schemeClr val="dk1"/>
                </a:solidFill>
                <a:latin typeface="Poppins"/>
                <a:ea typeface="Poppins"/>
                <a:cs typeface="Poppins"/>
                <a:sym typeface="Poppins"/>
              </a:rPr>
              <a:t>Energy and CO₂ values are reported per 1,000 predictions for easy comparison </a:t>
            </a:r>
            <a:endParaRPr sz="1700">
              <a:solidFill>
                <a:schemeClr val="dk1"/>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8"/>
          <p:cNvSpPr txBox="1"/>
          <p:nvPr>
            <p:ph type="title"/>
          </p:nvPr>
        </p:nvSpPr>
        <p:spPr>
          <a:xfrm>
            <a:off x="713225" y="695750"/>
            <a:ext cx="8110500" cy="66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SHAP Values</a:t>
            </a:r>
            <a:endParaRPr/>
          </a:p>
        </p:txBody>
      </p:sp>
      <p:sp>
        <p:nvSpPr>
          <p:cNvPr id="479" name="Google Shape;479;p48"/>
          <p:cNvSpPr txBox="1"/>
          <p:nvPr>
            <p:ph idx="4294967295" type="subTitle"/>
          </p:nvPr>
        </p:nvSpPr>
        <p:spPr>
          <a:xfrm>
            <a:off x="176275" y="1365350"/>
            <a:ext cx="3229200" cy="3202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400"/>
              <a:t>Highlights</a:t>
            </a:r>
            <a:endParaRPr b="1" sz="1400"/>
          </a:p>
          <a:p>
            <a:pPr indent="-317500" lvl="0" marL="457200" rtl="0" algn="l">
              <a:lnSpc>
                <a:spcPct val="115000"/>
              </a:lnSpc>
              <a:spcBef>
                <a:spcPts val="0"/>
              </a:spcBef>
              <a:spcAft>
                <a:spcPts val="0"/>
              </a:spcAft>
              <a:buSzPts val="1400"/>
              <a:buChar char="●"/>
            </a:pPr>
            <a:r>
              <a:rPr lang="en" sz="1400"/>
              <a:t>Socioeconomic factors are  the top 3 features</a:t>
            </a:r>
            <a:endParaRPr sz="1400"/>
          </a:p>
          <a:p>
            <a:pPr indent="-317500" lvl="0" marL="457200" rtl="0" algn="l">
              <a:lnSpc>
                <a:spcPct val="115000"/>
              </a:lnSpc>
              <a:spcBef>
                <a:spcPts val="0"/>
              </a:spcBef>
              <a:spcAft>
                <a:spcPts val="0"/>
              </a:spcAft>
              <a:buSzPts val="1400"/>
              <a:buChar char="●"/>
            </a:pPr>
            <a:r>
              <a:rPr lang="en" sz="1400"/>
              <a:t>Race plays a minor role</a:t>
            </a:r>
            <a:endParaRPr sz="1400"/>
          </a:p>
          <a:p>
            <a:pPr indent="0" lvl="0" marL="0" rtl="0" algn="l">
              <a:lnSpc>
                <a:spcPct val="115000"/>
              </a:lnSpc>
              <a:spcBef>
                <a:spcPts val="0"/>
              </a:spcBef>
              <a:spcAft>
                <a:spcPts val="0"/>
              </a:spcAft>
              <a:buNone/>
            </a:pPr>
            <a:r>
              <a:t/>
            </a:r>
            <a:endParaRPr sz="1400"/>
          </a:p>
          <a:p>
            <a:pPr indent="0" lvl="0" marL="0" rtl="0" algn="l">
              <a:lnSpc>
                <a:spcPct val="115000"/>
              </a:lnSpc>
              <a:spcBef>
                <a:spcPts val="0"/>
              </a:spcBef>
              <a:spcAft>
                <a:spcPts val="0"/>
              </a:spcAft>
              <a:buNone/>
            </a:pPr>
            <a:r>
              <a:rPr b="1" lang="en" sz="1400"/>
              <a:t>Top </a:t>
            </a:r>
            <a:r>
              <a:rPr b="1" lang="en" sz="1400"/>
              <a:t>Interpretations</a:t>
            </a:r>
            <a:endParaRPr b="1" sz="1400"/>
          </a:p>
          <a:p>
            <a:pPr indent="-317500" lvl="0" marL="457200" rtl="0" algn="l">
              <a:lnSpc>
                <a:spcPct val="115000"/>
              </a:lnSpc>
              <a:spcBef>
                <a:spcPts val="0"/>
              </a:spcBef>
              <a:spcAft>
                <a:spcPts val="0"/>
              </a:spcAft>
              <a:buSzPts val="1400"/>
              <a:buChar char="●"/>
            </a:pPr>
            <a:r>
              <a:rPr lang="en" sz="1400"/>
              <a:t>↓ predicted mental health</a:t>
            </a:r>
            <a:endParaRPr sz="1400"/>
          </a:p>
          <a:p>
            <a:pPr indent="-317500" lvl="1" marL="914400" rtl="0" algn="l">
              <a:lnSpc>
                <a:spcPct val="115000"/>
              </a:lnSpc>
              <a:spcBef>
                <a:spcPts val="0"/>
              </a:spcBef>
              <a:spcAft>
                <a:spcPts val="0"/>
              </a:spcAft>
              <a:buSzPts val="1400"/>
              <a:buChar char="○"/>
            </a:pPr>
            <a:r>
              <a:rPr lang="en" sz="1400">
                <a:solidFill>
                  <a:srgbClr val="FF0000"/>
                </a:solidFill>
              </a:rPr>
              <a:t>↑</a:t>
            </a:r>
            <a:r>
              <a:rPr lang="en" sz="1400"/>
              <a:t> median income</a:t>
            </a:r>
            <a:endParaRPr sz="1400"/>
          </a:p>
          <a:p>
            <a:pPr indent="-317500" lvl="1" marL="914400" rtl="0" algn="l">
              <a:lnSpc>
                <a:spcPct val="115000"/>
              </a:lnSpc>
              <a:spcBef>
                <a:spcPts val="0"/>
              </a:spcBef>
              <a:spcAft>
                <a:spcPts val="0"/>
              </a:spcAft>
              <a:buSzPts val="1400"/>
              <a:buChar char="○"/>
            </a:pPr>
            <a:r>
              <a:rPr lang="en" sz="1400">
                <a:solidFill>
                  <a:srgbClr val="FF0000"/>
                </a:solidFill>
              </a:rPr>
              <a:t>↑</a:t>
            </a:r>
            <a:r>
              <a:rPr lang="en" sz="1400"/>
              <a:t> bachelors %</a:t>
            </a:r>
            <a:endParaRPr sz="1400"/>
          </a:p>
          <a:p>
            <a:pPr indent="-317500" lvl="1" marL="914400" rtl="0" algn="l">
              <a:lnSpc>
                <a:spcPct val="115000"/>
              </a:lnSpc>
              <a:spcBef>
                <a:spcPts val="0"/>
              </a:spcBef>
              <a:spcAft>
                <a:spcPts val="0"/>
              </a:spcAft>
              <a:buSzPts val="1400"/>
              <a:buChar char="○"/>
            </a:pPr>
            <a:r>
              <a:rPr lang="en" sz="1400">
                <a:solidFill>
                  <a:srgbClr val="1155CC"/>
                </a:solidFill>
              </a:rPr>
              <a:t>↓</a:t>
            </a:r>
            <a:r>
              <a:rPr lang="en" sz="1400">
                <a:solidFill>
                  <a:srgbClr val="3C78D8"/>
                </a:solidFill>
              </a:rPr>
              <a:t> </a:t>
            </a:r>
            <a:r>
              <a:rPr lang="en" sz="1400"/>
              <a:t>poverty %</a:t>
            </a:r>
            <a:endParaRPr sz="1400"/>
          </a:p>
          <a:p>
            <a:pPr indent="-317500" lvl="1" marL="914400" rtl="0" algn="l">
              <a:lnSpc>
                <a:spcPct val="115000"/>
              </a:lnSpc>
              <a:spcBef>
                <a:spcPts val="0"/>
              </a:spcBef>
              <a:spcAft>
                <a:spcPts val="0"/>
              </a:spcAft>
              <a:buSzPts val="1400"/>
              <a:buChar char="○"/>
            </a:pPr>
            <a:r>
              <a:rPr lang="en" sz="1400">
                <a:solidFill>
                  <a:srgbClr val="FF0000"/>
                </a:solidFill>
              </a:rPr>
              <a:t>↑</a:t>
            </a:r>
            <a:r>
              <a:rPr lang="en" sz="1400"/>
              <a:t> median age</a:t>
            </a:r>
            <a:endParaRPr sz="1400"/>
          </a:p>
          <a:p>
            <a:pPr indent="0" lvl="0" marL="0" rtl="0" algn="l">
              <a:lnSpc>
                <a:spcPct val="115000"/>
              </a:lnSpc>
              <a:spcBef>
                <a:spcPts val="0"/>
              </a:spcBef>
              <a:spcAft>
                <a:spcPts val="0"/>
              </a:spcAft>
              <a:buNone/>
            </a:pPr>
            <a:r>
              <a:t/>
            </a:r>
            <a:endParaRPr sz="1400"/>
          </a:p>
          <a:p>
            <a:pPr indent="0" lvl="0" marL="0" rtl="0" algn="l">
              <a:lnSpc>
                <a:spcPct val="115000"/>
              </a:lnSpc>
              <a:spcBef>
                <a:spcPts val="0"/>
              </a:spcBef>
              <a:spcAft>
                <a:spcPts val="0"/>
              </a:spcAft>
              <a:buNone/>
            </a:pPr>
            <a:r>
              <a:t/>
            </a:r>
            <a:endParaRPr sz="1400"/>
          </a:p>
        </p:txBody>
      </p:sp>
      <p:pic>
        <p:nvPicPr>
          <p:cNvPr id="480" name="Google Shape;480;p48"/>
          <p:cNvPicPr preferRelativeResize="0"/>
          <p:nvPr/>
        </p:nvPicPr>
        <p:blipFill>
          <a:blip r:embed="rId3">
            <a:alphaModFix/>
          </a:blip>
          <a:stretch>
            <a:fillRect/>
          </a:stretch>
        </p:blipFill>
        <p:spPr>
          <a:xfrm>
            <a:off x="3471125" y="1291751"/>
            <a:ext cx="5262126" cy="35476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9"/>
          <p:cNvSpPr txBox="1"/>
          <p:nvPr>
            <p:ph idx="4294967295" type="subTitle"/>
          </p:nvPr>
        </p:nvSpPr>
        <p:spPr>
          <a:xfrm>
            <a:off x="176275" y="1568450"/>
            <a:ext cx="3031800" cy="3466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Steep decline in predicted poor mental-health days as median income rises</a:t>
            </a:r>
            <a:endParaRPr sz="1500"/>
          </a:p>
          <a:p>
            <a:pPr indent="-323850" lvl="0" marL="457200" rtl="0" algn="l">
              <a:lnSpc>
                <a:spcPct val="115000"/>
              </a:lnSpc>
              <a:spcBef>
                <a:spcPts val="0"/>
              </a:spcBef>
              <a:spcAft>
                <a:spcPts val="0"/>
              </a:spcAft>
              <a:buSzPts val="1500"/>
              <a:buChar char="●"/>
            </a:pPr>
            <a:r>
              <a:rPr lang="en" sz="1500"/>
              <a:t>Sharp drop below ~$50k, then curve flattens</a:t>
            </a:r>
            <a:endParaRPr sz="1500"/>
          </a:p>
          <a:p>
            <a:pPr indent="-323850" lvl="0" marL="457200" rtl="0" algn="l">
              <a:lnSpc>
                <a:spcPct val="115000"/>
              </a:lnSpc>
              <a:spcBef>
                <a:spcPts val="0"/>
              </a:spcBef>
              <a:spcAft>
                <a:spcPts val="0"/>
              </a:spcAft>
              <a:buSzPts val="1500"/>
              <a:buChar char="●"/>
            </a:pPr>
            <a:r>
              <a:rPr lang="en" sz="1500"/>
              <a:t>High predicted mental health </a:t>
            </a:r>
            <a:r>
              <a:rPr lang="en" sz="1500"/>
              <a:t>prevalence</a:t>
            </a:r>
            <a:r>
              <a:rPr lang="en" sz="1500"/>
              <a:t> is associated with low-income regions</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t/>
            </a:r>
            <a:endParaRPr sz="1500"/>
          </a:p>
        </p:txBody>
      </p:sp>
      <p:sp>
        <p:nvSpPr>
          <p:cNvPr id="486" name="Google Shape;486;p49"/>
          <p:cNvSpPr txBox="1"/>
          <p:nvPr>
            <p:ph type="title"/>
          </p:nvPr>
        </p:nvSpPr>
        <p:spPr>
          <a:xfrm>
            <a:off x="713225" y="718700"/>
            <a:ext cx="5117700" cy="6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PDP: Median Income</a:t>
            </a:r>
            <a:endParaRPr/>
          </a:p>
        </p:txBody>
      </p:sp>
      <p:pic>
        <p:nvPicPr>
          <p:cNvPr id="487" name="Google Shape;487;p49"/>
          <p:cNvPicPr preferRelativeResize="0"/>
          <p:nvPr/>
        </p:nvPicPr>
        <p:blipFill rotWithShape="1">
          <a:blip r:embed="rId3">
            <a:alphaModFix/>
          </a:blip>
          <a:srcRect b="0" l="0" r="50162" t="0"/>
          <a:stretch/>
        </p:blipFill>
        <p:spPr>
          <a:xfrm>
            <a:off x="3402980" y="1568449"/>
            <a:ext cx="5598900" cy="3308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0"/>
          <p:cNvSpPr txBox="1"/>
          <p:nvPr>
            <p:ph type="title"/>
          </p:nvPr>
        </p:nvSpPr>
        <p:spPr>
          <a:xfrm>
            <a:off x="713225" y="718700"/>
            <a:ext cx="5117700" cy="6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PDP: Bachelor’s %</a:t>
            </a:r>
            <a:endParaRPr/>
          </a:p>
        </p:txBody>
      </p:sp>
      <p:pic>
        <p:nvPicPr>
          <p:cNvPr id="493" name="Google Shape;493;p50"/>
          <p:cNvPicPr preferRelativeResize="0"/>
          <p:nvPr/>
        </p:nvPicPr>
        <p:blipFill rotWithShape="1">
          <a:blip r:embed="rId3">
            <a:alphaModFix/>
          </a:blip>
          <a:srcRect b="0" l="50162" r="0" t="0"/>
          <a:stretch/>
        </p:blipFill>
        <p:spPr>
          <a:xfrm>
            <a:off x="3402980" y="1568444"/>
            <a:ext cx="5598900" cy="3308294"/>
          </a:xfrm>
          <a:prstGeom prst="rect">
            <a:avLst/>
          </a:prstGeom>
          <a:noFill/>
          <a:ln>
            <a:noFill/>
          </a:ln>
        </p:spPr>
      </p:pic>
      <p:sp>
        <p:nvSpPr>
          <p:cNvPr id="494" name="Google Shape;494;p50"/>
          <p:cNvSpPr txBox="1"/>
          <p:nvPr>
            <p:ph idx="4294967295" type="subTitle"/>
          </p:nvPr>
        </p:nvSpPr>
        <p:spPr>
          <a:xfrm>
            <a:off x="176275" y="1568450"/>
            <a:ext cx="3031800" cy="3466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Steady decline in predicted mental health </a:t>
            </a:r>
            <a:r>
              <a:rPr lang="en" sz="1500"/>
              <a:t>prevalence </a:t>
            </a:r>
            <a:r>
              <a:rPr lang="en" sz="1500"/>
              <a:t>as bachelor’s % increases</a:t>
            </a:r>
            <a:endParaRPr sz="1500"/>
          </a:p>
          <a:p>
            <a:pPr indent="-323850" lvl="0" marL="457200" rtl="0" algn="l">
              <a:lnSpc>
                <a:spcPct val="115000"/>
              </a:lnSpc>
              <a:spcBef>
                <a:spcPts val="0"/>
              </a:spcBef>
              <a:spcAft>
                <a:spcPts val="0"/>
              </a:spcAft>
              <a:buSzPts val="1500"/>
              <a:buChar char="●"/>
            </a:pPr>
            <a:r>
              <a:rPr lang="en" sz="1500"/>
              <a:t>High predicted mental health prevalence is associated with higher educated regions</a:t>
            </a:r>
            <a:endParaRPr sz="15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1"/>
          <p:cNvSpPr txBox="1"/>
          <p:nvPr>
            <p:ph type="title"/>
          </p:nvPr>
        </p:nvSpPr>
        <p:spPr>
          <a:xfrm>
            <a:off x="571950" y="523175"/>
            <a:ext cx="8000100" cy="6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Concluding Thoughts </a:t>
            </a:r>
            <a:endParaRPr sz="1500"/>
          </a:p>
        </p:txBody>
      </p:sp>
      <p:sp>
        <p:nvSpPr>
          <p:cNvPr id="500" name="Google Shape;500;p51"/>
          <p:cNvSpPr txBox="1"/>
          <p:nvPr/>
        </p:nvSpPr>
        <p:spPr>
          <a:xfrm>
            <a:off x="571950" y="1083650"/>
            <a:ext cx="8307600" cy="334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600">
                <a:solidFill>
                  <a:schemeClr val="dk1"/>
                </a:solidFill>
                <a:latin typeface="Poppins"/>
                <a:ea typeface="Poppins"/>
                <a:cs typeface="Poppins"/>
                <a:sym typeface="Poppins"/>
              </a:rPr>
              <a:t>Summary</a:t>
            </a:r>
            <a:endParaRPr b="1" sz="1600">
              <a:solidFill>
                <a:schemeClr val="dk1"/>
              </a:solidFill>
              <a:latin typeface="Poppins"/>
              <a:ea typeface="Poppins"/>
              <a:cs typeface="Poppins"/>
              <a:sym typeface="Poppins"/>
            </a:endParaRPr>
          </a:p>
          <a:p>
            <a:pPr indent="-314325" lvl="0" marL="457200" rtl="0" algn="l">
              <a:lnSpc>
                <a:spcPct val="115000"/>
              </a:lnSpc>
              <a:spcBef>
                <a:spcPts val="0"/>
              </a:spcBef>
              <a:spcAft>
                <a:spcPts val="0"/>
              </a:spcAft>
              <a:buClr>
                <a:schemeClr val="dk1"/>
              </a:buClr>
              <a:buSzPts val="1350"/>
              <a:buFont typeface="Poppins"/>
              <a:buChar char="●"/>
            </a:pPr>
            <a:r>
              <a:rPr lang="en" sz="1350">
                <a:solidFill>
                  <a:schemeClr val="dk1"/>
                </a:solidFill>
                <a:latin typeface="Poppins"/>
                <a:ea typeface="Poppins"/>
                <a:cs typeface="Poppins"/>
                <a:sym typeface="Poppins"/>
              </a:rPr>
              <a:t>Income, bachelor’s education, and poverty are the strongest predictors of mental health burden at the tract level </a:t>
            </a:r>
            <a:endParaRPr sz="1350">
              <a:solidFill>
                <a:schemeClr val="dk1"/>
              </a:solidFill>
              <a:latin typeface="Poppins"/>
              <a:ea typeface="Poppins"/>
              <a:cs typeface="Poppins"/>
              <a:sym typeface="Poppins"/>
            </a:endParaRPr>
          </a:p>
          <a:p>
            <a:pPr indent="-314325" lvl="0" marL="457200" rtl="0" algn="l">
              <a:lnSpc>
                <a:spcPct val="115000"/>
              </a:lnSpc>
              <a:spcBef>
                <a:spcPts val="0"/>
              </a:spcBef>
              <a:spcAft>
                <a:spcPts val="0"/>
              </a:spcAft>
              <a:buClr>
                <a:schemeClr val="dk1"/>
              </a:buClr>
              <a:buSzPts val="1350"/>
              <a:buFont typeface="Poppins"/>
              <a:buChar char="●"/>
            </a:pPr>
            <a:r>
              <a:rPr lang="en" sz="1350">
                <a:solidFill>
                  <a:schemeClr val="dk1"/>
                </a:solidFill>
                <a:latin typeface="Poppins"/>
                <a:ea typeface="Poppins"/>
                <a:cs typeface="Poppins"/>
                <a:sym typeface="Poppins"/>
              </a:rPr>
              <a:t>These findings </a:t>
            </a:r>
            <a:r>
              <a:rPr b="1" lang="en" sz="1350">
                <a:solidFill>
                  <a:srgbClr val="1155CC"/>
                </a:solidFill>
                <a:latin typeface="Poppins"/>
                <a:ea typeface="Poppins"/>
                <a:cs typeface="Poppins"/>
                <a:sym typeface="Poppins"/>
              </a:rPr>
              <a:t>support scientific understanding, helping researchers quantify</a:t>
            </a:r>
            <a:r>
              <a:rPr lang="en" sz="1350">
                <a:solidFill>
                  <a:schemeClr val="dk1"/>
                </a:solidFill>
                <a:latin typeface="Poppins"/>
                <a:ea typeface="Poppins"/>
                <a:cs typeface="Poppins"/>
                <a:sym typeface="Poppins"/>
              </a:rPr>
              <a:t> how much demographic and socioeconomic factors contribute to mental-health variation.</a:t>
            </a:r>
            <a:endParaRPr sz="1350">
              <a:solidFill>
                <a:schemeClr val="dk1"/>
              </a:solidFill>
              <a:latin typeface="Poppins"/>
              <a:ea typeface="Poppins"/>
              <a:cs typeface="Poppins"/>
              <a:sym typeface="Poppins"/>
            </a:endParaRPr>
          </a:p>
          <a:p>
            <a:pPr indent="-314325" lvl="0" marL="457200" rtl="0" algn="l">
              <a:lnSpc>
                <a:spcPct val="115000"/>
              </a:lnSpc>
              <a:spcBef>
                <a:spcPts val="0"/>
              </a:spcBef>
              <a:spcAft>
                <a:spcPts val="0"/>
              </a:spcAft>
              <a:buClr>
                <a:schemeClr val="dk1"/>
              </a:buClr>
              <a:buSzPts val="1350"/>
              <a:buFont typeface="Poppins"/>
              <a:buChar char="●"/>
            </a:pPr>
            <a:r>
              <a:rPr lang="en" sz="1350">
                <a:solidFill>
                  <a:schemeClr val="dk1"/>
                </a:solidFill>
                <a:latin typeface="Poppins"/>
                <a:ea typeface="Poppins"/>
                <a:cs typeface="Poppins"/>
                <a:sym typeface="Poppins"/>
              </a:rPr>
              <a:t>Provides evidence for</a:t>
            </a:r>
            <a:r>
              <a:rPr b="1" lang="en" sz="1350">
                <a:solidFill>
                  <a:srgbClr val="3D85C6"/>
                </a:solidFill>
                <a:latin typeface="Poppins"/>
                <a:ea typeface="Poppins"/>
                <a:cs typeface="Poppins"/>
                <a:sym typeface="Poppins"/>
              </a:rPr>
              <a:t> </a:t>
            </a:r>
            <a:r>
              <a:rPr b="1" lang="en" sz="1350">
                <a:solidFill>
                  <a:srgbClr val="1155CC"/>
                </a:solidFill>
                <a:latin typeface="Poppins"/>
                <a:ea typeface="Poppins"/>
                <a:cs typeface="Poppins"/>
                <a:sym typeface="Poppins"/>
              </a:rPr>
              <a:t>public-health reports, academic work, causal follow-up studies, and evaluation of structural disparities</a:t>
            </a:r>
            <a:endParaRPr b="1" sz="1350">
              <a:solidFill>
                <a:srgbClr val="1155CC"/>
              </a:solidFill>
              <a:latin typeface="Poppins"/>
              <a:ea typeface="Poppins"/>
              <a:cs typeface="Poppins"/>
              <a:sym typeface="Poppins"/>
            </a:endParaRPr>
          </a:p>
          <a:p>
            <a:pPr indent="-314325" lvl="0" marL="457200" rtl="0" algn="l">
              <a:lnSpc>
                <a:spcPct val="115000"/>
              </a:lnSpc>
              <a:spcBef>
                <a:spcPts val="0"/>
              </a:spcBef>
              <a:spcAft>
                <a:spcPts val="0"/>
              </a:spcAft>
              <a:buClr>
                <a:schemeClr val="dk1"/>
              </a:buClr>
              <a:buSzPts val="1350"/>
              <a:buFont typeface="Poppins"/>
              <a:buChar char="●"/>
            </a:pPr>
            <a:r>
              <a:rPr b="1" lang="en" sz="1350">
                <a:solidFill>
                  <a:srgbClr val="1155CC"/>
                </a:solidFill>
                <a:latin typeface="Poppins"/>
                <a:ea typeface="Poppins"/>
                <a:cs typeface="Poppins"/>
                <a:sym typeface="Poppins"/>
              </a:rPr>
              <a:t>Helps community organizations, local governments, and health systems </a:t>
            </a:r>
            <a:r>
              <a:rPr lang="en" sz="1350">
                <a:solidFill>
                  <a:srgbClr val="191919"/>
                </a:solidFill>
                <a:latin typeface="Poppins"/>
                <a:ea typeface="Poppins"/>
                <a:cs typeface="Poppins"/>
                <a:sym typeface="Poppins"/>
              </a:rPr>
              <a:t>understand which structural factors deserve attention,</a:t>
            </a:r>
            <a:r>
              <a:rPr b="1" lang="en" sz="1350">
                <a:solidFill>
                  <a:srgbClr val="3D85C6"/>
                </a:solidFill>
                <a:latin typeface="Poppins"/>
                <a:ea typeface="Poppins"/>
                <a:cs typeface="Poppins"/>
                <a:sym typeface="Poppins"/>
              </a:rPr>
              <a:t> </a:t>
            </a:r>
            <a:r>
              <a:rPr b="1" lang="en" sz="1350">
                <a:solidFill>
                  <a:srgbClr val="1155CC"/>
                </a:solidFill>
                <a:latin typeface="Poppins"/>
                <a:ea typeface="Poppins"/>
                <a:cs typeface="Poppins"/>
                <a:sym typeface="Poppins"/>
              </a:rPr>
              <a:t>without ranking or allocating resources.</a:t>
            </a:r>
            <a:endParaRPr b="1" sz="1350">
              <a:solidFill>
                <a:srgbClr val="1155CC"/>
              </a:solidFill>
              <a:latin typeface="Poppins"/>
              <a:ea typeface="Poppins"/>
              <a:cs typeface="Poppins"/>
              <a:sym typeface="Poppins"/>
            </a:endParaRPr>
          </a:p>
          <a:p>
            <a:pPr indent="0" lvl="0" marL="457200" rtl="0" algn="l">
              <a:lnSpc>
                <a:spcPct val="115000"/>
              </a:lnSpc>
              <a:spcBef>
                <a:spcPts val="0"/>
              </a:spcBef>
              <a:spcAft>
                <a:spcPts val="0"/>
              </a:spcAft>
              <a:buNone/>
            </a:pPr>
            <a:r>
              <a:t/>
            </a:r>
            <a:endParaRPr sz="13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b="1" lang="en" sz="1600">
                <a:solidFill>
                  <a:schemeClr val="dk1"/>
                </a:solidFill>
                <a:latin typeface="Poppins"/>
                <a:ea typeface="Poppins"/>
                <a:cs typeface="Poppins"/>
                <a:sym typeface="Poppins"/>
              </a:rPr>
              <a:t>Next Steps</a:t>
            </a:r>
            <a:endParaRPr b="1" sz="1600">
              <a:solidFill>
                <a:schemeClr val="dk1"/>
              </a:solidFill>
              <a:latin typeface="Poppins"/>
              <a:ea typeface="Poppins"/>
              <a:cs typeface="Poppins"/>
              <a:sym typeface="Poppins"/>
            </a:endParaRPr>
          </a:p>
          <a:p>
            <a:pPr indent="-314325" lvl="0" marL="457200" rtl="0" algn="l">
              <a:lnSpc>
                <a:spcPct val="115000"/>
              </a:lnSpc>
              <a:spcBef>
                <a:spcPts val="0"/>
              </a:spcBef>
              <a:spcAft>
                <a:spcPts val="0"/>
              </a:spcAft>
              <a:buClr>
                <a:schemeClr val="dk1"/>
              </a:buClr>
              <a:buSzPts val="1350"/>
              <a:buFont typeface="Poppins"/>
              <a:buChar char="●"/>
            </a:pPr>
            <a:r>
              <a:rPr lang="en" sz="1350">
                <a:solidFill>
                  <a:schemeClr val="dk1"/>
                </a:solidFill>
                <a:latin typeface="Poppins"/>
                <a:ea typeface="Poppins"/>
                <a:cs typeface="Poppins"/>
                <a:sym typeface="Poppins"/>
              </a:rPr>
              <a:t>Validate models with newer ACS and CDC data to track change over time</a:t>
            </a:r>
            <a:endParaRPr sz="1350">
              <a:solidFill>
                <a:schemeClr val="dk1"/>
              </a:solidFill>
              <a:latin typeface="Poppins"/>
              <a:ea typeface="Poppins"/>
              <a:cs typeface="Poppins"/>
              <a:sym typeface="Poppins"/>
            </a:endParaRPr>
          </a:p>
          <a:p>
            <a:pPr indent="-314325" lvl="0" marL="457200" rtl="0" algn="l">
              <a:lnSpc>
                <a:spcPct val="115000"/>
              </a:lnSpc>
              <a:spcBef>
                <a:spcPts val="0"/>
              </a:spcBef>
              <a:spcAft>
                <a:spcPts val="0"/>
              </a:spcAft>
              <a:buClr>
                <a:schemeClr val="dk1"/>
              </a:buClr>
              <a:buSzPts val="1350"/>
              <a:buFont typeface="Poppins"/>
              <a:buChar char="●"/>
            </a:pPr>
            <a:r>
              <a:rPr lang="en" sz="1350">
                <a:solidFill>
                  <a:schemeClr val="dk1"/>
                </a:solidFill>
                <a:latin typeface="Poppins"/>
                <a:ea typeface="Poppins"/>
                <a:cs typeface="Poppins"/>
                <a:sym typeface="Poppins"/>
              </a:rPr>
              <a:t>Explore spatial models to deepen understanding of geographic disparities </a:t>
            </a:r>
            <a:endParaRPr sz="1350">
              <a:solidFill>
                <a:schemeClr val="dk1"/>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2"/>
          <p:cNvSpPr txBox="1"/>
          <p:nvPr>
            <p:ph type="title"/>
          </p:nvPr>
        </p:nvSpPr>
        <p:spPr>
          <a:xfrm>
            <a:off x="1607700" y="1880950"/>
            <a:ext cx="5928600" cy="104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506" name="Google Shape;506;p52"/>
          <p:cNvSpPr txBox="1"/>
          <p:nvPr>
            <p:ph idx="1" type="subTitle"/>
          </p:nvPr>
        </p:nvSpPr>
        <p:spPr>
          <a:xfrm>
            <a:off x="2476500" y="2969800"/>
            <a:ext cx="4191000" cy="43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Any questions?</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Industrial Preliminary Project by Slidesgo">
  <a:themeElements>
    <a:clrScheme name="Simple Light">
      <a:dk1>
        <a:srgbClr val="202A41"/>
      </a:dk1>
      <a:lt1>
        <a:srgbClr val="FFFFFF"/>
      </a:lt1>
      <a:dk2>
        <a:srgbClr val="516988"/>
      </a:dk2>
      <a:lt2>
        <a:srgbClr val="D3E1F1"/>
      </a:lt2>
      <a:accent1>
        <a:srgbClr val="90ABCE"/>
      </a:accent1>
      <a:accent2>
        <a:srgbClr val="6E86A5"/>
      </a:accent2>
      <a:accent3>
        <a:srgbClr val="F5F4F3"/>
      </a:accent3>
      <a:accent4>
        <a:srgbClr val="FFFFFF"/>
      </a:accent4>
      <a:accent5>
        <a:srgbClr val="FFFFFF"/>
      </a:accent5>
      <a:accent6>
        <a:srgbClr val="FFFFFF"/>
      </a:accent6>
      <a:hlink>
        <a:srgbClr val="202A4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